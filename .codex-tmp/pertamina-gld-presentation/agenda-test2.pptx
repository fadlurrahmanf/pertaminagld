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508760"/>
          <a:ext cx="10515600" cy="3794760"/>
        </p:xfrm>
        <a:graphic>
          <a:graphicData uri="http://schemas.openxmlformats.org/drawingml/2006/table">
            <a:tbl>
              <a:tblPr/>
              <a:tblGrid>
                <a:gridCol w="658368"/>
                <a:gridCol w="2331720"/>
                <a:gridCol w="7525512"/>
              </a:tblGrid>
              <a:tr h="632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01</a:t>
                      </a:r>
                      <a:endParaRPr lang="en-US" sz="110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Desain sistem</a:t>
                      </a:r>
                      <a:endParaRPr lang="en-US" sz="110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Topologi GLD, CH, Gateway, server</a:t>
                      </a:r>
                      <a:endParaRPr lang="en-US" sz="110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02</a:t>
                      </a:r>
                      <a:endParaRPr lang="en-US" sz="110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Cara kerja</a:t>
                      </a:r>
                      <a:endParaRPr lang="en-US" sz="110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Jalur normal pull, alarm push, downlink, dataset/nulling</a:t>
                      </a:r>
                      <a:endParaRPr lang="en-US" sz="110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03</a:t>
                      </a:r>
                      <a:endParaRPr lang="en-US" sz="110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Spesifikasi</a:t>
                      </a:r>
                      <a:endParaRPr lang="en-US" sz="110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Hardware, radio, payload, power, kapasitas cache</a:t>
                      </a:r>
                      <a:endParaRPr lang="en-US" sz="110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04</a:t>
                      </a:r>
                      <a:endParaRPr lang="en-US" sz="110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Hasil uji</a:t>
                      </a:r>
                      <a:endParaRPr lang="en-US" sz="110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Bench, field-test logs, power-cycle, mapping sensor</a:t>
                      </a:r>
                      <a:endParaRPr lang="en-US" sz="110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05</a:t>
                      </a:r>
                      <a:endParaRPr lang="en-US" sz="110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Perbandingan</a:t>
                      </a:r>
                      <a:endParaRPr lang="en-US" sz="110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Mode normal vs alarm, bench vs field, sebelum vs sesudah hardening</a:t>
                      </a:r>
                      <a:endParaRPr lang="en-US" sz="110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06</a:t>
                      </a:r>
                      <a:endParaRPr lang="en-US" sz="110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Implikasi</a:t>
                      </a:r>
                      <a:endParaRPr lang="en-US" sz="110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Keterbatasan dan rekomendasi pengembangan</a:t>
                      </a:r>
                      <a:endParaRPr lang="en-US" sz="1100" dirty="0"/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2026-08-26T06:14:55Z</dcterms:created>
  <dcterms:modified xsi:type="dcterms:W3CDTF">2026-08-26T06:14:55Z</dcterms:modified>
</cp:coreProperties>
</file>