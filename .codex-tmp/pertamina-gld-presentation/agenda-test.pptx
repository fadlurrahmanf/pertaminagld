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08760"/>
          <a:ext cx="10515600" cy="3794760"/>
        </p:xfrm>
        <a:graphic>
          <a:graphicData uri="http://schemas.openxmlformats.org/drawingml/2006/table">
            <a:tbl>
              <a:tblPr/>
              <a:tblGrid>
                <a:gridCol w="658368"/>
                <a:gridCol w="2331720"/>
                <a:gridCol w="7525512"/>
              </a:tblGrid>
              <a:tr h="632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Desain sistem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Topologi GLD, CH, Gateway, server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Cara kerja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Jalur normal pull, alarm push, downlink, dataset/nulling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Spesifikasi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Hardware, radio, payload, power, kapasitas cache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Hasil uji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Bench, field-test logs, power-cycle, mapping sensor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Perbandingan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 normal vs alarm, bench vs field, sebelum vs sesudah hardening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Implikasi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Keterbatasan dan rekomendasi pengembangan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2026-08-26T06:14:35Z</dcterms:created>
  <dcterms:modified xsi:type="dcterms:W3CDTF">2026-08-26T06:14:35Z</dcterms:modified>
</cp:coreProperties>
</file>