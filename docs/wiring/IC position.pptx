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A1A1-52CB-C601-A8CE-0FF7298ED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495BF-7813-1281-BA85-D4560A6BD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3926-55B0-601E-B64B-0F607A1A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1A3A3-3CC9-5940-6535-3633D258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6ED8F-2337-C697-F1DD-34A79AC8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709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5AB8-A05F-8048-53BF-FC66AD38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DEAAB-252D-DD91-9507-91CCD1529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84DA-DBB2-17D7-2EB7-7EC16298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CE6D-79A3-B1B0-8C4A-3D442858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DF4B4-EBA9-C00A-AA07-67B7E214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87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9E6E1-7020-475E-D982-1C55041B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9ED17-CD1E-62D6-F4D0-3B75C3ED8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E895-DA17-5FE1-94A5-9DEF9C77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812AB-7B49-D999-7C5B-37A05820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F7EC9-BEFF-AB2D-12EC-6466EB32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085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06A6-7443-C2A1-0818-FBF72D0D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65C5-615A-7304-DB60-B4D7A2E0D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DFEE-C081-E9A4-FFAE-DB7E303ED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71E87-0898-3F53-CFA1-BC3FE46C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77583-B39D-0962-D0EE-326791DE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A3DAF-7E5E-D264-1850-68B94F96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0920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6389-7CD0-257A-CC71-E9D4570C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359C9-509C-2BC2-62C4-A2C6E65C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9193E-BA9F-1497-72FE-6351576AD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14EA9-C311-2E80-8590-F9474CDE5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1E234E-D943-2C29-24D4-9793039AB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BF5CC-ACE8-D7C2-DC81-48756B29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01557-9852-21D7-686B-A24DF127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87D9F-9C80-B128-0E12-36A1F21B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639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8A62-CEA0-C507-21B9-F8067CB9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5215E-2B4D-ECAC-D749-22228403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4C623-2961-3649-BCF2-6FFA548D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EFE9-5D33-5B9A-8EB1-BEF608D8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372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1E7DF-68B5-B892-882C-6D9DDD02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84297-A091-C0EF-C079-C5041B95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0D446-F94C-4962-17FB-820EA736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06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FD36-7A52-C43F-7E3A-F93875F2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29D31-9730-2E17-9762-8554069A9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3AEB5-205A-CD49-4E44-CB09BF4CF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E70DF-CAE5-41D0-75C8-72A96BDE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D803F-58BE-7B1C-579B-7DE906EE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8CBCE-81C8-1785-B1E2-535E5ED4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95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84DA-A18B-0E02-3B56-3962E887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4B1C6-941D-9952-2FA0-53EF19BD5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36E25-76C0-2D4E-55CE-55B036C32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9D0EF-080B-FCBE-3BFC-D233414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A39F1-36EB-6D8B-AED7-F9EEA3F2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AF4BA-6682-E3AA-423B-215713A3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478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5DFB-AA82-52A4-142E-F18DBBEE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9D79C-6C0F-43EA-CBD2-30D496372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D3A30-EC1E-90A3-66E1-30E28117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965D-C35B-D462-0BCE-850C8E3D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07857-6B0F-B52F-9AD1-13C3A02F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103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678B2-8024-AA5A-DA29-B9D947B68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20997-8F6E-E04E-2180-0F98ECFC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DA720-B96A-8B05-1BFE-711BDB5A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65C5-A5EF-2C80-6C22-CB05389A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DA1C3-26D8-3AF9-0CB4-0FA71CF1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701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E8284C-89B2-9066-5C48-E156C217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B5DFA-334D-C61D-7BCB-7D12EA75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D7399-6F79-E3B8-E40A-5BD31D2EE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724B7-1C62-4DA3-A15D-42D2BAD90CD7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3FF9-8B06-55FB-7CE0-47B91A543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A57B0-E62B-33F1-8144-891F7E9BF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ADA0E-764D-44DE-99DB-268700E567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62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454B30-DADD-74BF-FDF4-6E985D10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80" y="0"/>
            <a:ext cx="6996371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538F98-5BA3-40A7-F0EB-DC9A62A2F979}"/>
              </a:ext>
            </a:extLst>
          </p:cNvPr>
          <p:cNvSpPr/>
          <p:nvPr/>
        </p:nvSpPr>
        <p:spPr>
          <a:xfrm>
            <a:off x="1513848" y="2279663"/>
            <a:ext cx="1910487" cy="1947104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9CA8D4-6048-168C-031E-346F2772F3EA}"/>
              </a:ext>
            </a:extLst>
          </p:cNvPr>
          <p:cNvSpPr/>
          <p:nvPr/>
        </p:nvSpPr>
        <p:spPr>
          <a:xfrm>
            <a:off x="2897889" y="1051133"/>
            <a:ext cx="974315" cy="1132230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ED8970-F86B-C1D6-B08E-4832DDC05641}"/>
              </a:ext>
            </a:extLst>
          </p:cNvPr>
          <p:cNvSpPr/>
          <p:nvPr/>
        </p:nvSpPr>
        <p:spPr>
          <a:xfrm>
            <a:off x="3013788" y="6242180"/>
            <a:ext cx="858416" cy="590822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D6320-9A2D-87F9-402C-1D4E486F8F4E}"/>
              </a:ext>
            </a:extLst>
          </p:cNvPr>
          <p:cNvSpPr txBox="1"/>
          <p:nvPr/>
        </p:nvSpPr>
        <p:spPr>
          <a:xfrm>
            <a:off x="1957462" y="2468385"/>
            <a:ext cx="841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</a:t>
            </a:r>
            <a:endParaRPr lang="en-ID" sz="9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6F9AF-073B-DB44-AE8B-5A8B2E9C08CE}"/>
              </a:ext>
            </a:extLst>
          </p:cNvPr>
          <p:cNvSpPr txBox="1"/>
          <p:nvPr/>
        </p:nvSpPr>
        <p:spPr>
          <a:xfrm>
            <a:off x="3013788" y="807710"/>
            <a:ext cx="841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</a:t>
            </a:r>
            <a:endParaRPr lang="en-ID" sz="9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06F7F9-106D-AAA1-43C9-68B69963DA02}"/>
              </a:ext>
            </a:extLst>
          </p:cNvPr>
          <p:cNvSpPr txBox="1"/>
          <p:nvPr/>
        </p:nvSpPr>
        <p:spPr>
          <a:xfrm>
            <a:off x="3166892" y="6330846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12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83D683-4135-4EC6-937F-153CC4BC5177}"/>
              </a:ext>
            </a:extLst>
          </p:cNvPr>
          <p:cNvSpPr txBox="1"/>
          <p:nvPr/>
        </p:nvSpPr>
        <p:spPr>
          <a:xfrm>
            <a:off x="6854601" y="1386116"/>
            <a:ext cx="1795363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ESP32-S3</a:t>
            </a:r>
          </a:p>
          <a:p>
            <a:pPr marL="342900" indent="-342900">
              <a:buAutoNum type="arabicPeriod"/>
            </a:pPr>
            <a:r>
              <a:rPr lang="en-US" dirty="0"/>
              <a:t>LoRa</a:t>
            </a:r>
          </a:p>
          <a:p>
            <a:pPr marL="342900" indent="-342900">
              <a:buAutoNum type="arabicPeriod"/>
            </a:pPr>
            <a:r>
              <a:rPr lang="en-US" dirty="0"/>
              <a:t>Antenna</a:t>
            </a:r>
          </a:p>
          <a:p>
            <a:pPr marL="342900" indent="-342900">
              <a:buAutoNum type="arabicPeriod"/>
            </a:pPr>
            <a:r>
              <a:rPr lang="en-ID" dirty="0"/>
              <a:t>ADS1256</a:t>
            </a:r>
          </a:p>
          <a:p>
            <a:pPr marL="342900" indent="-342900">
              <a:buAutoNum type="arabicPeriod"/>
            </a:pPr>
            <a:r>
              <a:rPr lang="en-ID" dirty="0"/>
              <a:t>TCA9548</a:t>
            </a:r>
          </a:p>
          <a:p>
            <a:pPr marL="342900" indent="-342900">
              <a:buAutoNum type="arabicPeriod"/>
            </a:pPr>
            <a:r>
              <a:rPr lang="en-ID" dirty="0"/>
              <a:t>PCF8574</a:t>
            </a:r>
          </a:p>
          <a:p>
            <a:pPr marL="342900" indent="-342900">
              <a:buAutoNum type="arabicPeriod"/>
            </a:pPr>
            <a:r>
              <a:rPr lang="en-ID" dirty="0"/>
              <a:t>USB</a:t>
            </a:r>
          </a:p>
          <a:p>
            <a:pPr marL="342900" indent="-342900">
              <a:buAutoNum type="arabicPeriod"/>
            </a:pPr>
            <a:r>
              <a:rPr lang="en-ID" dirty="0"/>
              <a:t>RS485</a:t>
            </a:r>
          </a:p>
          <a:p>
            <a:pPr marL="342900" indent="-342900">
              <a:buAutoNum type="arabicPeriod"/>
            </a:pPr>
            <a:r>
              <a:rPr lang="en-ID" dirty="0"/>
              <a:t>Driver Alarm</a:t>
            </a:r>
          </a:p>
          <a:p>
            <a:pPr marL="342900" indent="-342900">
              <a:buAutoNum type="arabicPeriod"/>
            </a:pPr>
            <a:r>
              <a:rPr lang="en-ID" dirty="0"/>
              <a:t>Driver Fan</a:t>
            </a:r>
          </a:p>
          <a:p>
            <a:pPr marL="342900" indent="-342900">
              <a:buAutoNum type="arabicPeriod"/>
            </a:pPr>
            <a:r>
              <a:rPr lang="en-ID" dirty="0"/>
              <a:t>SHT40</a:t>
            </a:r>
          </a:p>
          <a:p>
            <a:pPr marL="342900" indent="-342900">
              <a:buAutoNum type="arabicPeriod"/>
            </a:pPr>
            <a:r>
              <a:rPr lang="en-ID" dirty="0"/>
              <a:t> Power Block</a:t>
            </a:r>
          </a:p>
          <a:p>
            <a:pPr marL="342900" indent="-342900">
              <a:buAutoNum type="arabicPeriod"/>
            </a:pPr>
            <a:r>
              <a:rPr lang="en-ID" dirty="0"/>
              <a:t>TPL5010</a:t>
            </a:r>
          </a:p>
          <a:p>
            <a:pPr marL="342900" indent="-342900">
              <a:buAutoNum type="arabicPeriod"/>
            </a:pPr>
            <a:endParaRPr lang="en-ID" dirty="0"/>
          </a:p>
          <a:p>
            <a:pPr marL="342900" indent="-342900">
              <a:buAutoNum type="arabicPeriod"/>
            </a:pPr>
            <a:endParaRPr lang="en-ID" dirty="0"/>
          </a:p>
          <a:p>
            <a:pPr marL="342900" indent="-342900">
              <a:buAutoNum type="arabicPeriod"/>
            </a:pPr>
            <a:endParaRPr lang="en-ID" dirty="0"/>
          </a:p>
          <a:p>
            <a:pPr marL="342900" indent="-342900">
              <a:buAutoNum type="arabicPeriod"/>
            </a:pPr>
            <a:endParaRPr lang="en-ID" dirty="0"/>
          </a:p>
          <a:p>
            <a:pPr marL="342900" indent="-342900">
              <a:buAutoNum type="arabicPeriod"/>
            </a:pPr>
            <a:endParaRPr lang="en-ID" dirty="0"/>
          </a:p>
          <a:p>
            <a:pPr marL="342900" indent="-342900">
              <a:buAutoNum type="arabicPeriod"/>
            </a:pPr>
            <a:endParaRPr lang="en-ID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18A6B5-A166-C94A-B73B-8A0949CF2D8A}"/>
              </a:ext>
            </a:extLst>
          </p:cNvPr>
          <p:cNvSpPr/>
          <p:nvPr/>
        </p:nvSpPr>
        <p:spPr>
          <a:xfrm>
            <a:off x="3629198" y="-30482"/>
            <a:ext cx="486013" cy="522630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9243EE-CEA2-BE83-3868-97B0DA3BE91C}"/>
              </a:ext>
            </a:extLst>
          </p:cNvPr>
          <p:cNvSpPr txBox="1"/>
          <p:nvPr/>
        </p:nvSpPr>
        <p:spPr>
          <a:xfrm>
            <a:off x="3697316" y="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A7F27E-C0E3-A3F0-497D-80CA2FE031EB}"/>
              </a:ext>
            </a:extLst>
          </p:cNvPr>
          <p:cNvSpPr/>
          <p:nvPr/>
        </p:nvSpPr>
        <p:spPr>
          <a:xfrm>
            <a:off x="4148191" y="2827176"/>
            <a:ext cx="1095613" cy="1016862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B77C56-F076-E72C-8313-F4B25FC0922F}"/>
              </a:ext>
            </a:extLst>
          </p:cNvPr>
          <p:cNvSpPr txBox="1"/>
          <p:nvPr/>
        </p:nvSpPr>
        <p:spPr>
          <a:xfrm>
            <a:off x="4264090" y="2550777"/>
            <a:ext cx="841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</a:t>
            </a:r>
            <a:endParaRPr lang="en-ID" sz="9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3D9442-7BB7-4F8E-3D1B-8FEE730370F9}"/>
              </a:ext>
            </a:extLst>
          </p:cNvPr>
          <p:cNvSpPr/>
          <p:nvPr/>
        </p:nvSpPr>
        <p:spPr>
          <a:xfrm>
            <a:off x="3885789" y="1873431"/>
            <a:ext cx="756601" cy="874236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6C512E-E85F-7C0F-BF74-970C0A37007D}"/>
              </a:ext>
            </a:extLst>
          </p:cNvPr>
          <p:cNvSpPr txBox="1"/>
          <p:nvPr/>
        </p:nvSpPr>
        <p:spPr>
          <a:xfrm>
            <a:off x="3824230" y="1515289"/>
            <a:ext cx="841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</a:t>
            </a:r>
            <a:endParaRPr lang="en-ID" sz="9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CA4130-71F8-CCD9-D980-D9223E4F0A88}"/>
              </a:ext>
            </a:extLst>
          </p:cNvPr>
          <p:cNvSpPr/>
          <p:nvPr/>
        </p:nvSpPr>
        <p:spPr>
          <a:xfrm>
            <a:off x="4839300" y="979714"/>
            <a:ext cx="1095613" cy="1016862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78AD03-2B95-ADB5-E4EB-3B38AB8627A2}"/>
              </a:ext>
            </a:extLst>
          </p:cNvPr>
          <p:cNvSpPr txBox="1"/>
          <p:nvPr/>
        </p:nvSpPr>
        <p:spPr>
          <a:xfrm>
            <a:off x="4933911" y="693136"/>
            <a:ext cx="841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</a:t>
            </a:r>
            <a:endParaRPr lang="en-ID" sz="9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8D749D5-0E68-724F-6CC1-7DEFC4DE67A9}"/>
              </a:ext>
            </a:extLst>
          </p:cNvPr>
          <p:cNvSpPr/>
          <p:nvPr/>
        </p:nvSpPr>
        <p:spPr>
          <a:xfrm rot="18956660">
            <a:off x="815864" y="840768"/>
            <a:ext cx="706705" cy="522630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F45B7E-295F-0319-57A8-121E1DB57A03}"/>
              </a:ext>
            </a:extLst>
          </p:cNvPr>
          <p:cNvSpPr txBox="1"/>
          <p:nvPr/>
        </p:nvSpPr>
        <p:spPr>
          <a:xfrm rot="18695806">
            <a:off x="994328" y="87125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9633101-9050-88A2-1FC3-A2C81FCB9B42}"/>
              </a:ext>
            </a:extLst>
          </p:cNvPr>
          <p:cNvSpPr/>
          <p:nvPr/>
        </p:nvSpPr>
        <p:spPr>
          <a:xfrm>
            <a:off x="647350" y="3636456"/>
            <a:ext cx="486013" cy="522630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A6C1AF-4239-649A-5C58-A4E90C1A63B9}"/>
              </a:ext>
            </a:extLst>
          </p:cNvPr>
          <p:cNvSpPr txBox="1"/>
          <p:nvPr/>
        </p:nvSpPr>
        <p:spPr>
          <a:xfrm>
            <a:off x="715468" y="3666938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8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F2930E0-F7C6-FF31-6313-FFD2981CB495}"/>
              </a:ext>
            </a:extLst>
          </p:cNvPr>
          <p:cNvSpPr/>
          <p:nvPr/>
        </p:nvSpPr>
        <p:spPr>
          <a:xfrm>
            <a:off x="5945742" y="2671550"/>
            <a:ext cx="486013" cy="522630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19CF23-75F4-BB15-F1B9-756B0622A729}"/>
              </a:ext>
            </a:extLst>
          </p:cNvPr>
          <p:cNvSpPr txBox="1"/>
          <p:nvPr/>
        </p:nvSpPr>
        <p:spPr>
          <a:xfrm>
            <a:off x="6013860" y="270203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9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05734C7-119D-8BC1-FBC4-A1738DA32B77}"/>
              </a:ext>
            </a:extLst>
          </p:cNvPr>
          <p:cNvSpPr/>
          <p:nvPr/>
        </p:nvSpPr>
        <p:spPr>
          <a:xfrm>
            <a:off x="1790198" y="415804"/>
            <a:ext cx="486013" cy="522630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83917F-406A-80F6-B3DF-CEC6CE9B9B43}"/>
              </a:ext>
            </a:extLst>
          </p:cNvPr>
          <p:cNvSpPr txBox="1"/>
          <p:nvPr/>
        </p:nvSpPr>
        <p:spPr>
          <a:xfrm>
            <a:off x="1772730" y="446286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1D208E2-B693-892D-D5B1-A5158F124ABB}"/>
              </a:ext>
            </a:extLst>
          </p:cNvPr>
          <p:cNvSpPr/>
          <p:nvPr/>
        </p:nvSpPr>
        <p:spPr>
          <a:xfrm>
            <a:off x="3485571" y="2274686"/>
            <a:ext cx="338659" cy="372833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4EFBC5-65E8-3190-E797-9B11D882AC63}"/>
              </a:ext>
            </a:extLst>
          </p:cNvPr>
          <p:cNvSpPr txBox="1"/>
          <p:nvPr/>
        </p:nvSpPr>
        <p:spPr>
          <a:xfrm>
            <a:off x="3435766" y="2267829"/>
            <a:ext cx="46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11</a:t>
            </a:r>
            <a:endParaRPr lang="en-ID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A02D21B-7159-5191-1CA6-2CA8AF4C9939}"/>
              </a:ext>
            </a:extLst>
          </p:cNvPr>
          <p:cNvSpPr/>
          <p:nvPr/>
        </p:nvSpPr>
        <p:spPr>
          <a:xfrm>
            <a:off x="3064695" y="5391938"/>
            <a:ext cx="564503" cy="460509"/>
          </a:xfrm>
          <a:prstGeom prst="round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87765D-C58D-B1B3-885F-FF8DF9F41EAB}"/>
              </a:ext>
            </a:extLst>
          </p:cNvPr>
          <p:cNvSpPr txBox="1"/>
          <p:nvPr/>
        </p:nvSpPr>
        <p:spPr>
          <a:xfrm>
            <a:off x="3089503" y="5391938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13</a:t>
            </a:r>
            <a:endParaRPr lang="en-ID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11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Fadlurrahman Fahmi Budiman</dc:creator>
  <cp:lastModifiedBy>Fadlurrahman Fahmi Budiman</cp:lastModifiedBy>
  <cp:revision>1</cp:revision>
  <dcterms:created xsi:type="dcterms:W3CDTF">2026-10-07T07:10:55Z</dcterms:created>
  <dcterms:modified xsi:type="dcterms:W3CDTF">2026-10-07T07:11:33Z</dcterms:modified>
</cp:coreProperties>
</file>