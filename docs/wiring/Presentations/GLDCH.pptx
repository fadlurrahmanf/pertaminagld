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67" r:id="rId4"/>
    <p:sldId id="261" r:id="rId5"/>
    <p:sldId id="257" r:id="rId6"/>
    <p:sldId id="258" r:id="rId7"/>
    <p:sldId id="259" r:id="rId8"/>
    <p:sldId id="260" r:id="rId9"/>
    <p:sldId id="268" r:id="rId10"/>
    <p:sldId id="264" r:id="rId11"/>
    <p:sldId id="263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8146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4908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44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036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039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623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814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107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96235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5153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7317C-476D-48F6-AF73-2BF97110C51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352A-A43C-45FC-861C-1080A783AE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168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GLD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FEE000-FE4F-385E-85B4-732F89DEB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54426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D52AE3-889B-0279-B828-063C1DDE8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606" y="0"/>
            <a:ext cx="5914393" cy="54426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 txBox="1"/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709BE-DA12-1ABD-00AD-1B2D18F5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GLD Low Power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676C1B-21B4-7878-1C10-29E354DDB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12429" cy="5615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CBDF96-24CB-F72B-5F6E-3356C2E9A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33" y="0"/>
            <a:ext cx="5538867" cy="56157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 txBox="1"/>
          <p:nvPr/>
        </p:nvSpPr>
        <p:spPr>
          <a:xfrm>
            <a:off x="5279366" y="6150634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Sensor MQ Module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F7EE71-DD54-B9FD-4DC6-9AAE9FE48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01837" cy="4942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1E48E8-E7F0-6DF9-8817-01D9B203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012" y="0"/>
            <a:ext cx="5297988" cy="5011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 txBox="1"/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V2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26EDE-CAFC-C6F9-7961-07F9ED83C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5314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2C52A0-75A0-D1E8-647E-C2BDC0367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809" y="0"/>
            <a:ext cx="5617192" cy="53141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 txBox="1"/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V3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A295F-FA6C-DEE1-57C5-CB7ECEB4F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00031" cy="3519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CEA185-4F56-DD81-A6BB-334A1C297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031" y="0"/>
            <a:ext cx="3664217" cy="3519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 txBox="1"/>
          <p:nvPr/>
        </p:nvSpPr>
        <p:spPr>
          <a:xfrm>
            <a:off x="5960853" y="601261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17B54-55B1-2D3B-7BAF-6C0FFCDF7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782" y="0"/>
            <a:ext cx="3664218" cy="35973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F19757-2484-2715-EBE6-C22A8EA7B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963" y="3573932"/>
            <a:ext cx="3490037" cy="328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6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E11C3C-950B-5B8B-69EE-21857ED0F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3804248" cy="3523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58B5E-F648-FB72-F6FD-08C8DBE0F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250" y="1"/>
            <a:ext cx="3881460" cy="34933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 txBox="1"/>
          <p:nvPr/>
        </p:nvSpPr>
        <p:spPr>
          <a:xfrm>
            <a:off x="7887260" y="247207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7827FB-9C5F-5BD2-A1E6-963043242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493314"/>
            <a:ext cx="3579962" cy="33646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FF1B84-B881-89AC-D218-4C4FB84CD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963" y="3493314"/>
            <a:ext cx="3770070" cy="33646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036CB4-B1B5-93A9-9D98-D6AD2E1F5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560" y="-30143"/>
            <a:ext cx="3756715" cy="34290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05E459-655E-DAC6-1941-9EAA8CBF2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711" y="3390232"/>
            <a:ext cx="3723564" cy="351032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/>
          <p:nvPr/>
        </p:nvSpPr>
        <p:spPr>
          <a:xfrm>
            <a:off x="0" y="0"/>
            <a:ext cx="7685710" cy="3493313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/>
          <p:nvPr/>
        </p:nvSpPr>
        <p:spPr>
          <a:xfrm>
            <a:off x="-1" y="3481427"/>
            <a:ext cx="7346619" cy="3376574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/>
          <p:nvPr/>
        </p:nvSpPr>
        <p:spPr>
          <a:xfrm>
            <a:off x="8568126" y="-30146"/>
            <a:ext cx="3662482" cy="6888146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486F3-2D8B-2CFE-338C-5A674155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4C86B0-F550-BB5E-F953-3869B3DE2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6669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D0EE00-D585-0EE7-020F-79812F96F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698" y="0"/>
            <a:ext cx="166207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 txBox="1"/>
          <p:nvPr/>
        </p:nvSpPr>
        <p:spPr>
          <a:xfrm>
            <a:off x="4788949" y="3347049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 V1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3AF0A-31B6-D3AA-9FA8-F823ED40C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096000" cy="59036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DD74D9-94F4-2746-4E6E-99FE0B3B5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891" y="0"/>
            <a:ext cx="6308108" cy="5903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 txBox="1"/>
          <p:nvPr/>
        </p:nvSpPr>
        <p:spPr>
          <a:xfrm>
            <a:off x="5477369" y="616788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 V2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82F68C-8E4A-1206-B675-9ED1583E7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694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89C4B0-D99E-6BDE-8AD3-11BBA73D3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47" y="0"/>
            <a:ext cx="150907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 txBox="1"/>
          <p:nvPr/>
        </p:nvSpPr>
        <p:spPr>
          <a:xfrm>
            <a:off x="4804913" y="324433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GLD</vt:lpstr>
      <vt:lpstr>PowerPoint Presentation</vt:lpstr>
      <vt:lpstr>GLD Low Power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Fadlurrahman Fahmi Budiman</dc:creator>
  <cp:lastModifiedBy>Fadlurrahman Fahmi Budiman</cp:lastModifiedBy>
  <cp:revision>2</cp:revision>
  <dcterms:created xsi:type="dcterms:W3CDTF">2026-10-02T04:03:50Z</dcterms:created>
  <dcterms:modified xsi:type="dcterms:W3CDTF">2026-10-02T04:19:04Z</dcterms:modified>
</cp:coreProperties>
</file>