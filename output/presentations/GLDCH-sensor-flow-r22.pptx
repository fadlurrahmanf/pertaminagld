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77ff7b4a474a76" /><Relationship Type="http://schemas.openxmlformats.org/officeDocument/2006/relationships/extended-properties" Target="/docProps/app.xml" Id="Rf1975bc932e14f7a" /><Relationship Type="http://schemas.openxmlformats.org/officeDocument/2006/relationships/officeDocument" Target="/ppt/presentation.xml" Id="R5a6f8918f9524c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b156fdf84c4d74"/>
  </p:sldMasterIdLst>
  <p:notesMasterIdLst>
    <p:notesMasterId xmlns:r="http://schemas.openxmlformats.org/officeDocument/2006/relationships" r:id="Rb094ffec91cc4b51"/>
  </p:notesMasterIdLst>
  <p:sldIdLst>
    <p:sldId xmlns:r="http://schemas.openxmlformats.org/officeDocument/2006/relationships" id="256" r:id="Rdbe0d968d5154603"/>
    <p:sldId xmlns:r="http://schemas.openxmlformats.org/officeDocument/2006/relationships" id="257" r:id="Rc14fe4c256ec4bba"/>
    <p:sldId xmlns:r="http://schemas.openxmlformats.org/officeDocument/2006/relationships" id="258" r:id="R343584fca65a4628"/>
    <p:sldId xmlns:r="http://schemas.openxmlformats.org/officeDocument/2006/relationships" id="259" r:id="Re127215828b945a8"/>
    <p:sldId xmlns:r="http://schemas.openxmlformats.org/officeDocument/2006/relationships" id="260" r:id="Rc11249bfbf0f462f"/>
    <p:sldId xmlns:r="http://schemas.openxmlformats.org/officeDocument/2006/relationships" id="261" r:id="Rfe23388202554c36"/>
    <p:sldId xmlns:r="http://schemas.openxmlformats.org/officeDocument/2006/relationships" id="262" r:id="R628325dc0f8449f0"/>
    <p:sldId xmlns:r="http://schemas.openxmlformats.org/officeDocument/2006/relationships" id="263" r:id="R26205f8c1588429f"/>
    <p:sldId xmlns:r="http://schemas.openxmlformats.org/officeDocument/2006/relationships" id="264" r:id="Rd6d61d3e70d44a05"/>
    <p:sldId xmlns:r="http://schemas.openxmlformats.org/officeDocument/2006/relationships" id="265" r:id="R31b790c97b1c4387"/>
    <p:sldId xmlns:r="http://schemas.openxmlformats.org/officeDocument/2006/relationships" id="266" r:id="R55ebe9fa9b5a457c"/>
    <p:sldId xmlns:r="http://schemas.openxmlformats.org/officeDocument/2006/relationships" id="267" r:id="Re3ef5ea665b24b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b435c454ec84dcf" /><Relationship Type="http://schemas.openxmlformats.org/officeDocument/2006/relationships/slideMaster" Target="/ppt/slideMasters/slideMaster1.xml" Id="R67b156fdf84c4d74" /><Relationship Type="http://schemas.openxmlformats.org/officeDocument/2006/relationships/notesMaster" Target="/ppt/notesMasters/notesMaster1.xml" Id="Rb094ffec91cc4b51" /><Relationship Type="http://schemas.openxmlformats.org/officeDocument/2006/relationships/presProps" Target="/ppt/presProps.xml" Id="R6bac8f366b9a4140" /><Relationship Type="http://schemas.openxmlformats.org/officeDocument/2006/relationships/viewProps" Target="/ppt/viewProps.xml" Id="R60a7c1a8cc8c4926" /><Relationship Type="http://schemas.openxmlformats.org/officeDocument/2006/relationships/tableStyles" Target="/ppt/tableStyles.xml" Id="Re21e9148564649bb" /><Relationship Type="http://schemas.openxmlformats.org/officeDocument/2006/relationships/slide" Target="/ppt/slides/slide1.xml" Id="Rdbe0d968d5154603" /><Relationship Type="http://schemas.openxmlformats.org/officeDocument/2006/relationships/slide" Target="/ppt/slides/slide2.xml" Id="Rc14fe4c256ec4bba" /><Relationship Type="http://schemas.openxmlformats.org/officeDocument/2006/relationships/slide" Target="/ppt/slides/slide3.xml" Id="R343584fca65a4628" /><Relationship Type="http://schemas.openxmlformats.org/officeDocument/2006/relationships/slide" Target="/ppt/slides/slide4.xml" Id="Re127215828b945a8" /><Relationship Type="http://schemas.openxmlformats.org/officeDocument/2006/relationships/slide" Target="/ppt/slides/slide5.xml" Id="Rc11249bfbf0f462f" /><Relationship Type="http://schemas.openxmlformats.org/officeDocument/2006/relationships/slide" Target="/ppt/slides/slide6.xml" Id="Rfe23388202554c36" /><Relationship Type="http://schemas.openxmlformats.org/officeDocument/2006/relationships/slide" Target="/ppt/slides/slide7.xml" Id="R628325dc0f8449f0" /><Relationship Type="http://schemas.openxmlformats.org/officeDocument/2006/relationships/slide" Target="/ppt/slides/slide8.xml" Id="R26205f8c1588429f" /><Relationship Type="http://schemas.openxmlformats.org/officeDocument/2006/relationships/slide" Target="/ppt/slides/slide9.xml" Id="Rd6d61d3e70d44a05" /><Relationship Type="http://schemas.openxmlformats.org/officeDocument/2006/relationships/slide" Target="/ppt/slides/slide10.xml" Id="R31b790c97b1c4387" /><Relationship Type="http://schemas.openxmlformats.org/officeDocument/2006/relationships/slide" Target="/ppt/slides/slide11.xml" Id="R55ebe9fa9b5a457c" /><Relationship Type="http://schemas.openxmlformats.org/officeDocument/2006/relationships/slide" Target="/ppt/slides/slide12.xml" Id="Re3ef5ea665b24b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c9603565a54b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641302e79d46c3" /><Relationship Type="http://schemas.openxmlformats.org/officeDocument/2006/relationships/notesMaster" Target="/ppt/notesMasters/notesMaster1.xml" Id="Rf4b8fabe51e945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a2dc6971fda4d2e" /><Relationship Type="http://schemas.openxmlformats.org/officeDocument/2006/relationships/notesMaster" Target="/ppt/notesMasters/notesMaster1.xml" Id="Rd98e962ed211457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cfadc1341924d40" /><Relationship Type="http://schemas.openxmlformats.org/officeDocument/2006/relationships/notesMaster" Target="/ppt/notesMasters/notesMaster1.xml" Id="Redce50081ce14f4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5be5f3b924f45be" /><Relationship Type="http://schemas.openxmlformats.org/officeDocument/2006/relationships/notesMaster" Target="/ppt/notesMasters/notesMaster1.xml" Id="R499e36b2729945f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1b3f546275447e0" /><Relationship Type="http://schemas.openxmlformats.org/officeDocument/2006/relationships/notesMaster" Target="/ppt/notesMasters/notesMaster1.xml" Id="Re6ad9160b7c846b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55f820d038942f0" /><Relationship Type="http://schemas.openxmlformats.org/officeDocument/2006/relationships/notesMaster" Target="/ppt/notesMasters/notesMaster1.xml" Id="R01d18323a170499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0916efb89c54534" /><Relationship Type="http://schemas.openxmlformats.org/officeDocument/2006/relationships/notesMaster" Target="/ppt/notesMasters/notesMaster1.xml" Id="R56aeff1d5990465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005e4b1df854784" /><Relationship Type="http://schemas.openxmlformats.org/officeDocument/2006/relationships/notesMaster" Target="/ppt/notesMasters/notesMaster1.xml" Id="Rd40b0f3e17c3450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a16579ae28248d2" /><Relationship Type="http://schemas.openxmlformats.org/officeDocument/2006/relationships/notesMaster" Target="/ppt/notesMasters/notesMaster1.xml" Id="R4ccb32df76214ac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5b4d3f1138d4985" /><Relationship Type="http://schemas.openxmlformats.org/officeDocument/2006/relationships/notesMaster" Target="/ppt/notesMasters/notesMaster1.xml" Id="R8ff08a30b37a41c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2b371d7366649ba" /><Relationship Type="http://schemas.openxmlformats.org/officeDocument/2006/relationships/notesMaster" Target="/ppt/notesMasters/notesMaster1.xml" Id="Rd03e0724d4b042c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887eb1a45824705" /><Relationship Type="http://schemas.openxmlformats.org/officeDocument/2006/relationships/notesMaster" Target="/ppt/notesMasters/notesMaster1.xml" Id="Rc986eb365ff24e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2fe31276964ee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6335d9281847e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12ec29b7d64cf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1c3f3932f1481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d4979f3c8548f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89d3459fe3419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de472265ce468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1880ec92b948a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f3f3a1a864461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11dfc3f3e2435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08a101aad44237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A5770DE-D7B8-6AC6-27A9-E90AE4D4A5E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399E318C-98DE-239D-0ED3-DFA528F8B07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0D69A4F-4C87-3383-7DAF-3B67D4596F5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3E14844-69D7-68C2-DDA9-9C8AA187CA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C54F0CC-47AB-6C28-8E5E-9C3F8B654C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01A5405-2043-67A6-F275-650556C467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8FEF342-D8F0-E137-A37F-8ED041F3A75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31CB9FE-39F2-C98A-E1E7-D1A291BF6A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4834A0-A5A1-D764-9CD2-297E2F389D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17D40D-A336-7C74-6566-EC7CD4F8D5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F1DBFB-ED13-0757-9E35-6A7FE22F4B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2BC7510-D8DE-3829-6C3F-7002E27610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E8DFF44-0F3F-72C1-0115-0E3E8EB6F3A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BFE42E7-DA5D-A2FF-80A8-9DAD39D8064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437A6C5-D0BC-A300-A01A-FADB1B7C37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5391804-E379-0F8D-3184-CF668E05C1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0253ADF-276E-5F7D-1E23-FA3ED417B4C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CC8DA79-7310-6F0B-638F-D278084F941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27CA5FF-84CD-6901-160A-207265CB35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2AFE447-F564-84FF-0568-9A139C90A3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1F56806-13F1-9963-5152-D07C368702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E2068FD-998E-6CD2-403D-30FC36C5DE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902DE55-05BC-5C52-7E5F-DB889F5133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E5145A8-AD96-520C-B55E-D087C0D30D3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560DB2F5-1D26-BD61-8287-3D9A0E9C192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A6D990A9-4F6A-4D6F-2738-5ED9C418DBE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2A504D1-D0DB-D4C5-8DEC-F06492B835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EF7C76A-28B4-C567-D017-05757F86B29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61FBF36E-5B24-D41F-7EC7-B6DBCB52C6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3572B5D-22ED-1725-BCEC-411596254C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10D40DC1-B8C0-DA75-CD44-4685242F33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92D28A6E-5B20-0AC7-A17D-92FD31FAA7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B141F6D-CC52-2BBD-84FA-3086173779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F74D7803-B9C0-49FA-16BF-61DF2946D61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0CF81A3A-9351-BC20-F13E-7EBCB8B08A2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9237F58D-6BEC-EA2F-3757-005AC22F28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2D12C9F-AF3A-2F28-E32D-6D00FACB5B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C790251-712A-55D8-BDEF-712F4951A78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5052317-62A4-8CD4-CB42-8DF6031D123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86A8E56-4291-4964-F5ED-BB58F514757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9BCB4B4-16C5-AC60-B9FD-2F67C1444D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B329344-D265-EF06-AF8D-A34A738D36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C5721FF-EEAC-5B2D-9868-67ED6DE2E0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00835429-81A3-D47F-328A-C34AB786ACE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2A26BA7-2103-A4CB-CD65-8F831A80223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CE1ABE4-61D5-0C44-2087-35BCCEFAC2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FC8396F-888E-1B7F-01EE-C66DDEE74F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5306669-5D3E-30F4-F081-DD48976A24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C54E69E-A52E-FF2A-1E0F-4050BA18D8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651C0BA-3F8F-14B1-56CB-78EB2BD3BF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E597A66-CF77-3C5D-21D4-3FF10F6F5AA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A32B246-5B35-CBB7-595B-5931935A35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835D5AF-83D9-702C-9833-8DAEE9110D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BE4465AA-32DC-5F6D-2627-CB853B6757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669CD34-96A1-6ECF-6068-6A9C218D03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AD6C65B-9E4D-59AF-2C5C-89463B3CAF6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81F77B0-320A-B19B-4277-35469F1641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34C5E85-57E6-2E18-0995-0D0723E97B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cd167df97a44ae" /><Relationship Type="http://schemas.openxmlformats.org/officeDocument/2006/relationships/slideLayout" Target="/ppt/slideLayouts/slideLayout1.xml" Id="R6e53e41732624211" /><Relationship Type="http://schemas.openxmlformats.org/officeDocument/2006/relationships/slideLayout" Target="/ppt/slideLayouts/slideLayout2.xml" Id="Reb42b658b5a444d3" /><Relationship Type="http://schemas.openxmlformats.org/officeDocument/2006/relationships/slideLayout" Target="/ppt/slideLayouts/slideLayout3.xml" Id="Rd6a2aef4215540f1" /><Relationship Type="http://schemas.openxmlformats.org/officeDocument/2006/relationships/slideLayout" Target="/ppt/slideLayouts/slideLayout4.xml" Id="Ra97a6765f572440b" /><Relationship Type="http://schemas.openxmlformats.org/officeDocument/2006/relationships/slideLayout" Target="/ppt/slideLayouts/slideLayout5.xml" Id="R2f82307c3a294355" /><Relationship Type="http://schemas.openxmlformats.org/officeDocument/2006/relationships/slideLayout" Target="/ppt/slideLayouts/slideLayout6.xml" Id="R00d891c4794e4d6c" /><Relationship Type="http://schemas.openxmlformats.org/officeDocument/2006/relationships/slideLayout" Target="/ppt/slideLayouts/slideLayout7.xml" Id="R12da029e11cf4fc7" /><Relationship Type="http://schemas.openxmlformats.org/officeDocument/2006/relationships/slideLayout" Target="/ppt/slideLayouts/slideLayout8.xml" Id="R717e74956ada4feb" /><Relationship Type="http://schemas.openxmlformats.org/officeDocument/2006/relationships/slideLayout" Target="/ppt/slideLayouts/slideLayout9.xml" Id="R1247ab9dfd2d432f" /><Relationship Type="http://schemas.openxmlformats.org/officeDocument/2006/relationships/slideLayout" Target="/ppt/slideLayouts/slideLayout10.xml" Id="R82e308c32d754aec" /><Relationship Type="http://schemas.openxmlformats.org/officeDocument/2006/relationships/slideLayout" Target="/ppt/slideLayouts/slideLayout11.xml" Id="R3c78e307d38f4a1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64EB340-A8A5-E4AC-0033-61A7A20368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CAB4A00-EF67-5329-311B-0DFF290EFC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DC1F5C3-A744-26F9-39D8-89BAA4BC0BE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999019D-BD56-64CD-C655-E162D1DEC8F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5BDE40B-E82A-7E15-F88A-1722A93704D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53e41732624211"/>
    <p:sldLayoutId xmlns:r="http://schemas.openxmlformats.org/officeDocument/2006/relationships" id="2147483650" r:id="Reb42b658b5a444d3"/>
    <p:sldLayoutId xmlns:r="http://schemas.openxmlformats.org/officeDocument/2006/relationships" id="2147483651" r:id="Rd6a2aef4215540f1"/>
    <p:sldLayoutId xmlns:r="http://schemas.openxmlformats.org/officeDocument/2006/relationships" id="2147483652" r:id="Ra97a6765f572440b"/>
    <p:sldLayoutId xmlns:r="http://schemas.openxmlformats.org/officeDocument/2006/relationships" id="2147483653" r:id="R2f82307c3a294355"/>
    <p:sldLayoutId xmlns:r="http://schemas.openxmlformats.org/officeDocument/2006/relationships" id="2147483654" r:id="R00d891c4794e4d6c"/>
    <p:sldLayoutId xmlns:r="http://schemas.openxmlformats.org/officeDocument/2006/relationships" id="2147483655" r:id="R12da029e11cf4fc7"/>
    <p:sldLayoutId xmlns:r="http://schemas.openxmlformats.org/officeDocument/2006/relationships" id="2147483656" r:id="R717e74956ada4feb"/>
    <p:sldLayoutId xmlns:r="http://schemas.openxmlformats.org/officeDocument/2006/relationships" id="2147483657" r:id="R1247ab9dfd2d432f"/>
    <p:sldLayoutId xmlns:r="http://schemas.openxmlformats.org/officeDocument/2006/relationships" id="2147483658" r:id="R82e308c32d754aec"/>
    <p:sldLayoutId xmlns:r="http://schemas.openxmlformats.org/officeDocument/2006/relationships" id="2147483659" r:id="R3c78e307d38f4a11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c8958b13f454a14" /><Relationship Type="http://schemas.openxmlformats.org/officeDocument/2006/relationships/notesSlide" Target="/ppt/notesSlides/notesSlide1.xml" Id="Ra5a4cfc45b604c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0fd5f141c64600" /><Relationship Type="http://schemas.openxmlformats.org/officeDocument/2006/relationships/image" Target="/ppt/media/image.png" Id="R571b44f658674376" /><Relationship Type="http://schemas.openxmlformats.org/officeDocument/2006/relationships/image" Target="/ppt/media/image2.png" Id="R5787690e77ca40d6" /><Relationship Type="http://schemas.openxmlformats.org/officeDocument/2006/relationships/notesSlide" Target="/ppt/notesSlides/notesSlide2.xml" Id="R782b84ded1ef480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4461965e1ba40d2" /><Relationship Type="http://schemas.openxmlformats.org/officeDocument/2006/relationships/notesSlide" Target="/ppt/notesSlides/notesSlide3.xml" Id="Rca839a518244492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0c893db7504d48" /><Relationship Type="http://schemas.openxmlformats.org/officeDocument/2006/relationships/image" Target="/ppt/media/image3.png" Id="R7ab1e83742044514" /><Relationship Type="http://schemas.openxmlformats.org/officeDocument/2006/relationships/image" Target="/ppt/media/image4.png" Id="R7af867698dc340fc" /><Relationship Type="http://schemas.openxmlformats.org/officeDocument/2006/relationships/notesSlide" Target="/ppt/notesSlides/notesSlide4.xml" Id="R4a9eb3eed86140a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40c85846f4048d5" /><Relationship Type="http://schemas.openxmlformats.org/officeDocument/2006/relationships/image" Target="/ppt/media/image5.png" Id="R4970f956c2134d0d" /><Relationship Type="http://schemas.openxmlformats.org/officeDocument/2006/relationships/image" Target="/ppt/media/image6.png" Id="R517a9486b1b141fb" /><Relationship Type="http://schemas.openxmlformats.org/officeDocument/2006/relationships/notesSlide" Target="/ppt/notesSlides/notesSlide5.xml" Id="R127688afb8c048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7073b947b434ab5" /><Relationship Type="http://schemas.openxmlformats.org/officeDocument/2006/relationships/image" Target="/ppt/media/image7.png" Id="Rd6227f7bdcc04bb0" /><Relationship Type="http://schemas.openxmlformats.org/officeDocument/2006/relationships/image" Target="/ppt/media/image8.png" Id="R6d061d5a01344b82" /><Relationship Type="http://schemas.openxmlformats.org/officeDocument/2006/relationships/notesSlide" Target="/ppt/notesSlides/notesSlide6.xml" Id="Rb109553c6b07485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61f7fbfecd54aa2" /><Relationship Type="http://schemas.openxmlformats.org/officeDocument/2006/relationships/image" Target="/ppt/media/image9.png" Id="R173dffaef5f64e90" /><Relationship Type="http://schemas.openxmlformats.org/officeDocument/2006/relationships/image" Target="/ppt/media/image10.png" Id="Rab99cf7ff063460f" /><Relationship Type="http://schemas.openxmlformats.org/officeDocument/2006/relationships/image" Target="/ppt/media/image11.png" Id="R793f1c2506df454c" /><Relationship Type="http://schemas.openxmlformats.org/officeDocument/2006/relationships/image" Target="/ppt/media/image12.png" Id="Re8fe8d52628d4216" /><Relationship Type="http://schemas.openxmlformats.org/officeDocument/2006/relationships/notesSlide" Target="/ppt/notesSlides/notesSlide7.xml" Id="R4e76209ec09c4a2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8b8fda4b7514465" /><Relationship Type="http://schemas.openxmlformats.org/officeDocument/2006/relationships/image" Target="/ppt/media/image13.png" Id="R105b66acdedb448f" /><Relationship Type="http://schemas.openxmlformats.org/officeDocument/2006/relationships/image" Target="/ppt/media/image14.png" Id="R43c2d1060bc247d5" /><Relationship Type="http://schemas.openxmlformats.org/officeDocument/2006/relationships/image" Target="/ppt/media/image15.png" Id="Re1dde99bad2943c9" /><Relationship Type="http://schemas.openxmlformats.org/officeDocument/2006/relationships/image" Target="/ppt/media/image16.png" Id="R3220369fe5ac4a3c" /><Relationship Type="http://schemas.openxmlformats.org/officeDocument/2006/relationships/image" Target="/ppt/media/image17.png" Id="Rbfc702273ced40c2" /><Relationship Type="http://schemas.openxmlformats.org/officeDocument/2006/relationships/image" Target="/ppt/media/image18.png" Id="Rf005360aec444c91" /><Relationship Type="http://schemas.openxmlformats.org/officeDocument/2006/relationships/notesSlide" Target="/ppt/notesSlides/notesSlide8.xml" Id="R88f56b4d206b4d0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9d07d9bd32e4700" /><Relationship Type="http://schemas.openxmlformats.org/officeDocument/2006/relationships/notesSlide" Target="/ppt/notesSlides/notesSlide9.xml" Id="R1759b00f1cc849a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3ee651ec7ca4620" /><Relationship Type="http://schemas.openxmlformats.org/officeDocument/2006/relationships/image" Target="/ppt/media/image19.png" Id="R92f05994af55467e" /><Relationship Type="http://schemas.openxmlformats.org/officeDocument/2006/relationships/image" Target="/ppt/media/image20.png" Id="R3897dcb723d241d4" /><Relationship Type="http://schemas.openxmlformats.org/officeDocument/2006/relationships/notesSlide" Target="/ppt/notesSlides/notesSlide10.xml" Id="R7d3670901e4f46d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de88ba541e14fcc" /><Relationship Type="http://schemas.openxmlformats.org/officeDocument/2006/relationships/image" Target="/ppt/media/image21.png" Id="Rd867d1dcff824fdf" /><Relationship Type="http://schemas.openxmlformats.org/officeDocument/2006/relationships/image" Target="/ppt/media/image22.png" Id="R9346d65831c34691" /><Relationship Type="http://schemas.openxmlformats.org/officeDocument/2006/relationships/notesSlide" Target="/ppt/notesSlides/notesSlide11.xml" Id="R395a143ae7b4420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487036a368c45a9" /><Relationship Type="http://schemas.openxmlformats.org/officeDocument/2006/relationships/image" Target="/ppt/media/image23.png" Id="R80e7cc3c88c54bb1" /><Relationship Type="http://schemas.openxmlformats.org/officeDocument/2006/relationships/image" Target="/ppt/media/image24.png" Id="R655fa10219e64bc1" /><Relationship Type="http://schemas.openxmlformats.org/officeDocument/2006/relationships/notesSlide" Target="/ppt/notesSlides/notesSlide12.xml" Id="R066f58939e7640e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9DF2C75-CD5E-3026-3669-3EE3BD7E8B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GLD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51D823A-5A52-7386-FAED-FFBB5692F1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276475484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1b44f6586743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9550" y="1104900"/>
            <a:ext cx="3048000" cy="2721293"/>
          </a:xfrm>
          <a:prstGeom xmlns:a="http://schemas.openxmlformats.org/drawingml/2006/main" prst="rect">
            <a:avLst/>
          </a:prstGeom>
        </p:spPr>
      </p:pic>
      <p:pic>
        <p:nvPicPr>
          <p:cNvPr id="16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87690e77ca40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71850" y="1104900"/>
            <a:ext cx="2957513" cy="2721293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5962A1A-AD75-A2D0-6254-9E6B3710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D3AA58-261D-4CF7-8FF7-1B1B1B8CB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53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84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GLD V1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E62893-90E9-4F89-8F6A-98210F9C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049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8D8"/>
          </a:solidFill>
          <a:ln xmlns:a="http://schemas.openxmlformats.org/drawingml/2006/main" w="0">
            <a:solidFill>
              <a:srgbClr val="B7C8D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DCE54A-B14D-4866-8A74-00EE2325C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314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65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6518"/>
                </a:solidFill>
                <a:latin typeface="Aptos"/>
                <a:ea typeface="Aptos"/>
                <a:cs typeface="Aptos"/>
              </a:rPr>
              <a:t>Baseline motherboard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4CD532-110D-43BD-8EBA-B038CE65A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95450"/>
            <a:ext cx="47625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ESP32, ADS1256, TCA9548, dan MCP4725 berada pada motherboard.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Jalur analog memakai INA333, OPA333, dan LM321. Sensor serta bridge MQ masih berada pada board utama.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TPL5010 mengatur wake-up/deep-sleep dan kontrol catu 5V/3.3V board, sementara baterai dipertahankan.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ULN2003 mengendalikan buzzer, alarm 5V, dan DC fan.</a:t>
            </a:r>
          </a:p>
        </p:txBody>
      </p:sp>
    </p:spTree>
    <p:extLst>
      <p:ext uri="{BB962C8B-B14F-4D97-AF65-F5344CB8AC3E}">
        <p14:creationId xmlns:p14="http://schemas.microsoft.com/office/powerpoint/2010/main" val="63059427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1F89975-B516-863C-58D2-9143F4D8F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GLD Low Power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4A0FD33-23AE-0D86-973E-A98B762E8C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317830095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b1e837420445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6700" y="1162050"/>
            <a:ext cx="2905125" cy="2762250"/>
          </a:xfrm>
          <a:prstGeom xmlns:a="http://schemas.openxmlformats.org/drawingml/2006/main" prst="rect">
            <a:avLst/>
          </a:prstGeom>
        </p:spPr>
      </p:pic>
      <p:pic>
        <p:nvPicPr>
          <p:cNvPr id="16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f867698dc340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52800" y="1162050"/>
            <a:ext cx="2724150" cy="2762250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0B76A92-7D82-8F4D-9033-73852390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366" y="6150634"/>
            <a:ext cx="207140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5709E7-9D9F-4D5C-AAE0-84E6FAF21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53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84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SensorBoardMQ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60BF5E-2F64-4673-858F-905F4F7E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049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8D8"/>
          </a:solidFill>
          <a:ln xmlns:a="http://schemas.openxmlformats.org/drawingml/2006/main" w="0">
            <a:solidFill>
              <a:srgbClr val="B7C8D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18C3FF-E10F-4CE6-A1F8-8BCD718C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314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65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6518"/>
                </a:solidFill>
                <a:latin typeface="Aptos"/>
                <a:ea typeface="Aptos"/>
                <a:cs typeface="Aptos"/>
              </a:rPr>
              <a:t>Bagian dari perubahan V2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E2237E-74D8-4EDA-8DC9-FAEB7714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52625"/>
            <a:ext cx="4762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INA333, MCP4725, dan rangkaian bridge sensor MQ dipisahkan dari motherboard.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TPS22919 pada module mengendalikan ON/OFF daya sensor MQ.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Module terhubung ke motherboard melalui socket.</a:t>
            </a:r>
          </a:p>
        </p:txBody>
      </p:sp>
    </p:spTree>
    <p:extLst>
      <p:ext uri="{BB962C8B-B14F-4D97-AF65-F5344CB8AC3E}">
        <p14:creationId xmlns:p14="http://schemas.microsoft.com/office/powerpoint/2010/main" val="388611229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70f956c2134d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9550" y="1104900"/>
            <a:ext cx="3048000" cy="2466975"/>
          </a:xfrm>
          <a:prstGeom xmlns:a="http://schemas.openxmlformats.org/drawingml/2006/main" prst="rect">
            <a:avLst/>
          </a:prstGeom>
        </p:spPr>
      </p:pic>
      <p:pic>
        <p:nvPicPr>
          <p:cNvPr id="14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7a9486b1b141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09950" y="1104900"/>
            <a:ext cx="2647950" cy="2505075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EE277E7-003F-00A9-6646-268A83A8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A50CA1-A009-4EBF-A800-E50F7265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53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84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GLD V2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17E395-46E5-40A0-B261-3186770A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049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8D8"/>
          </a:solidFill>
          <a:ln xmlns:a="http://schemas.openxmlformats.org/drawingml/2006/main" w="0">
            <a:solidFill>
              <a:srgbClr val="B7C8D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946A3E-BBE7-437C-99BB-40D1C1B3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314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65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6518"/>
                </a:solidFill>
                <a:latin typeface="Aptos"/>
                <a:ea typeface="Aptos"/>
                <a:cs typeface="Aptos"/>
              </a:rPr>
              <a:t>Perubahan dari V1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BF03DB-8EE5-4F98-A30C-5BC27BE1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95450"/>
            <a:ext cx="47625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LM321 diganti OPA320 pada jalur analog. PCF8574 dan SHT40 juga ditambahkan.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INA333, MCP4725, dan bridge MQ pindah ke SensorBoardMQ yang memakai TPS22919 untuk ON/OFF daya sensor.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DC fan tidak ada. Pin Alarm menyediakan tegangan 24V.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Pemilih 24V/Battery/5V terhubung langsung tanpa jumper. Pada revisi awal V2, +5VA belum tersambung.</a:t>
            </a:r>
          </a:p>
        </p:txBody>
      </p:sp>
    </p:spTree>
    <p:extLst>
      <p:ext uri="{BB962C8B-B14F-4D97-AF65-F5344CB8AC3E}">
        <p14:creationId xmlns:p14="http://schemas.microsoft.com/office/powerpoint/2010/main" val="110863069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227f7bdcc04bb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9550" y="1104900"/>
            <a:ext cx="3048000" cy="2657475"/>
          </a:xfrm>
          <a:prstGeom xmlns:a="http://schemas.openxmlformats.org/drawingml/2006/main" prst="rect">
            <a:avLst/>
          </a:prstGeom>
        </p:spPr>
      </p:pic>
      <p:pic>
        <p:nvPicPr>
          <p:cNvPr id="14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061d5a01344b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09950" y="1104900"/>
            <a:ext cx="2809875" cy="2657475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84801CB-19CB-563E-C535-2E2185C9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438F63-7FD1-408A-A8B0-EB300063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53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84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GLD V3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164227-0DC3-4DC7-AA6F-D213F836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049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8D8"/>
          </a:solidFill>
          <a:ln xmlns:a="http://schemas.openxmlformats.org/drawingml/2006/main" w="0">
            <a:solidFill>
              <a:srgbClr val="B7C8D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B4CAB4-1694-4A42-A6D6-775AD082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314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65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6518"/>
                </a:solidFill>
                <a:latin typeface="Aptos"/>
                <a:ea typeface="Aptos"/>
                <a:cs typeface="Aptos"/>
              </a:rPr>
              <a:t>Perubahan dari V2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39AE83-733B-48D8-875C-03F92BCD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52625"/>
            <a:ext cx="4762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Socket DC_FAN 5V sudah tersedia kembali.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+5VA sudah tersambung dan diperbaiki.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Konfigurasi sensor module, OPA320, ADS1256, TCA9548, PCF8574, dan SHT40 tetap dipertahankan.</a:t>
            </a:r>
          </a:p>
        </p:txBody>
      </p:sp>
    </p:spTree>
    <p:extLst>
      <p:ext uri="{BB962C8B-B14F-4D97-AF65-F5344CB8AC3E}">
        <p14:creationId xmlns:p14="http://schemas.microsoft.com/office/powerpoint/2010/main" val="39805332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3dffaef5f64e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0500" y="876300"/>
            <a:ext cx="3000375" cy="2571750"/>
          </a:xfrm>
          <a:prstGeom xmlns:a="http://schemas.openxmlformats.org/drawingml/2006/main" prst="rect">
            <a:avLst/>
          </a:prstGeom>
        </p:spPr>
      </p:pic>
      <p:pic>
        <p:nvPicPr>
          <p:cNvPr id="16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99cf7ff06346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38500" y="876300"/>
            <a:ext cx="2686050" cy="2571750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39D4CE2-C7EF-B863-2B57-4F7C96A0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8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3f1c2506df454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0500" y="3638550"/>
            <a:ext cx="2952750" cy="2571750"/>
          </a:xfrm>
          <a:prstGeom xmlns:a="http://schemas.openxmlformats.org/drawingml/2006/main" prst="rect">
            <a:avLst/>
          </a:prstGeom>
        </p:spPr>
      </p:pic>
      <p:pic>
        <p:nvPicPr>
          <p:cNvPr id="19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fe8d52628d42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38500" y="3638550"/>
            <a:ext cx="2686050" cy="252412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8BEE2D-85FE-4E3D-90D0-CB249177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53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84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GLD V4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9A8B35-DB72-4B6E-BB38-917682A6F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049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8D8"/>
          </a:solidFill>
          <a:ln xmlns:a="http://schemas.openxmlformats.org/drawingml/2006/main" w="0">
            <a:solidFill>
              <a:srgbClr val="B7C8D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4AEDCF-3FE3-408F-BFE9-AD6AA4D50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314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65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6518"/>
                </a:solidFill>
                <a:latin typeface="Aptos"/>
                <a:ea typeface="Aptos"/>
                <a:cs typeface="Aptos"/>
              </a:rPr>
              <a:t>Perubahan dari V3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E055CC-D482-4771-9CC3-84252B4CD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52625"/>
            <a:ext cx="4762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Ditambahkan lubang baut untuk pemasangan motherboard ke cover PCB.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Cover PCB terpisah ditambahkan untuk men-terminalkan koneksi dan menutupi motherboard.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Gambar kanan bawah menunjukkan Cover PCB dengan terminal berwarna hijau.</a:t>
            </a:r>
          </a:p>
        </p:txBody>
      </p:sp>
    </p:spTree>
    <p:extLst>
      <p:ext uri="{BB962C8B-B14F-4D97-AF65-F5344CB8AC3E}">
        <p14:creationId xmlns:p14="http://schemas.microsoft.com/office/powerpoint/2010/main" val="77986080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5b66acdedb44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2400" y="809625"/>
            <a:ext cx="2019300" cy="1866900"/>
          </a:xfrm>
          <a:prstGeom xmlns:a="http://schemas.openxmlformats.org/drawingml/2006/main" prst="rect">
            <a:avLst/>
          </a:prstGeom>
        </p:spPr>
      </p:pic>
      <p:pic>
        <p:nvPicPr>
          <p:cNvPr id="31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c2d1060bc247d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47900" y="809625"/>
            <a:ext cx="2057400" cy="1857375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6D7FA1F-8F6B-3C76-13EF-A9912F2F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7260" y="2472079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33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dde99bad2943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2400" y="2800350"/>
            <a:ext cx="1895475" cy="1781175"/>
          </a:xfrm>
          <a:prstGeom xmlns:a="http://schemas.openxmlformats.org/drawingml/2006/main" prst="rect">
            <a:avLst/>
          </a:prstGeom>
        </p:spPr>
      </p:pic>
      <p:pic>
        <p:nvPicPr>
          <p:cNvPr id="34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20369fe5ac4a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33600" y="2800350"/>
            <a:ext cx="1990725" cy="1781175"/>
          </a:xfrm>
          <a:prstGeom xmlns:a="http://schemas.openxmlformats.org/drawingml/2006/main" prst="rect">
            <a:avLst/>
          </a:prstGeom>
        </p:spPr>
      </p:pic>
      <p:pic>
        <p:nvPicPr>
          <p:cNvPr id="35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c702273ced40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5300" y="809625"/>
            <a:ext cx="1885950" cy="1724025"/>
          </a:xfrm>
          <a:prstGeom xmlns:a="http://schemas.openxmlformats.org/drawingml/2006/main" prst="rect">
            <a:avLst/>
          </a:prstGeom>
        </p:spPr>
      </p:pic>
      <p:pic>
        <p:nvPicPr>
          <p:cNvPr id="36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05360aec444c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5300" y="2724150"/>
            <a:ext cx="1866900" cy="1762125"/>
          </a:xfrm>
          <a:prstGeom xmlns:a="http://schemas.openxmlformats.org/drawingml/2006/main" prst="rect">
            <a:avLst/>
          </a:prstGeom>
        </p:spPr>
      </p:pic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FE291E3-6C29-7C6D-5328-2C534832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742950"/>
            <a:ext cx="4286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168292C-1875-2485-848F-7049A146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2743200"/>
            <a:ext cx="40957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E1755962-E175-8C59-34AF-B7FA967C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723900"/>
            <a:ext cx="200025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AB8200-F9C9-41E4-ACCC-39C4E99C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53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84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GLD V5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AC3123-DBA8-40A1-B2CA-F7153B0AE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049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8D8"/>
          </a:solidFill>
          <a:ln xmlns:a="http://schemas.openxmlformats.org/drawingml/2006/main" w="0">
            <a:solidFill>
              <a:srgbClr val="B7C8D8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A009C2-6424-4E67-8E70-3C662EC7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314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65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6518"/>
                </a:solidFill>
                <a:latin typeface="Aptos"/>
                <a:ea typeface="Aptos"/>
                <a:cs typeface="Aptos"/>
              </a:rPr>
              <a:t>Perubahan dari V4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C4C475-0006-41A2-A775-15DE2CE4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9750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MotherBoardAdapter mempertahankan ESP32 dan TPL5010. Konektor 16-pin PHD2.0 membawa antarmuka menuju Sensor PCB.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ADS1256, TCA9548, OPA320, PCF8574, SHT40, dan +5VA tidak lagi berada pada motherboard.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Fungsi-fungsi tersebut dipisahkan ke Sensor PCB.</a:t>
            </a:r>
          </a:p>
        </p:txBody>
      </p:sp>
    </p:spTree>
    <p:extLst>
      <p:ext uri="{BB962C8B-B14F-4D97-AF65-F5344CB8AC3E}">
        <p14:creationId xmlns:p14="http://schemas.microsoft.com/office/powerpoint/2010/main" val="395940872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E6A1CF2-EECA-631B-935A-4711EDF686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C37D54F-FA0B-8219-D116-8F70A923FB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334491403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f05994af5546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766698" cy="6858000"/>
          </a:xfrm>
          <a:prstGeom xmlns:a="http://schemas.openxmlformats.org/drawingml/2006/main" prst="rect">
            <a:avLst/>
          </a:prstGeom>
        </p:spPr>
      </p:pic>
      <p:pic>
        <p:nvPicPr>
          <p:cNvPr id="14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97dcb723d241d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66698" y="0"/>
            <a:ext cx="1662075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085AFDA-A827-58E7-2B17-4430ECD0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8949" y="3347049"/>
            <a:ext cx="81304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CA0A58-CFBD-46B2-9C30-7BFF1DD9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53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84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CH V1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FF186A-0152-443C-A045-4A7C6F50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049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8D8"/>
          </a:solidFill>
          <a:ln xmlns:a="http://schemas.openxmlformats.org/drawingml/2006/main" w="0">
            <a:solidFill>
              <a:srgbClr val="B7C8D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95FD25-F045-42AC-8232-5DE24BBD2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314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65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6518"/>
                </a:solidFill>
                <a:latin typeface="Aptos"/>
                <a:ea typeface="Aptos"/>
                <a:cs typeface="Aptos"/>
              </a:rPr>
              <a:t>Baseline 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F9E5CE-DD79-4E6E-BEFD-E9CBBF8D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00250"/>
            <a:ext cx="4762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Papan memanjang dengan holder baterai dan konektor antena SMA.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TPL5010 sudah ada pada baseline source CH V1.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Archive tidak membuktikan perubahan fungsi TPL5010 sebagai penambahan khusus versi berikutnya.</a:t>
            </a:r>
          </a:p>
        </p:txBody>
      </p:sp>
    </p:spTree>
    <p:extLst>
      <p:ext uri="{BB962C8B-B14F-4D97-AF65-F5344CB8AC3E}">
        <p14:creationId xmlns:p14="http://schemas.microsoft.com/office/powerpoint/2010/main" val="367844937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67d1dcff824f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1450" y="971550"/>
            <a:ext cx="3048000" cy="2952750"/>
          </a:xfrm>
          <a:prstGeom xmlns:a="http://schemas.openxmlformats.org/drawingml/2006/main" prst="rect">
            <a:avLst/>
          </a:prstGeom>
        </p:spPr>
      </p:pic>
      <p:pic>
        <p:nvPicPr>
          <p:cNvPr id="14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46d65831c346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86125" y="971550"/>
            <a:ext cx="3152775" cy="2952750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75C5D6F-7AEB-FF0E-A675-FBF39970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7369" y="6167887"/>
            <a:ext cx="81304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200113-5BA7-4F73-8D56-671FDE7FA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53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84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CH V2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9135EE-EF11-40AF-AD9B-8F240E45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049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8D8"/>
          </a:solidFill>
          <a:ln xmlns:a="http://schemas.openxmlformats.org/drawingml/2006/main" w="0">
            <a:solidFill>
              <a:srgbClr val="B7C8D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B650E5-4A4E-40F7-95CD-C840E4E6A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314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65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6518"/>
                </a:solidFill>
                <a:latin typeface="Aptos"/>
                <a:ea typeface="Aptos"/>
                <a:cs typeface="Aptos"/>
              </a:rPr>
              <a:t>Perubahan dari V1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461588-A8B8-4D76-A602-26CBB0C84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00250"/>
            <a:ext cx="4762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PCB berbentuk lingkaran agar sesuai dengan casing aluminium.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Socket antena diganti menjadi pin untuk sambungan ke connector antena fiberglass.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TPL5010 tetap ada pada source V2, seperti baseline V1.</a:t>
            </a:r>
          </a:p>
        </p:txBody>
      </p:sp>
    </p:spTree>
    <p:extLst>
      <p:ext uri="{BB962C8B-B14F-4D97-AF65-F5344CB8AC3E}">
        <p14:creationId xmlns:p14="http://schemas.microsoft.com/office/powerpoint/2010/main" val="187819817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e7cc3c88c54bb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706947" cy="6858000"/>
          </a:xfrm>
          <a:prstGeom xmlns:a="http://schemas.openxmlformats.org/drawingml/2006/main" prst="rect">
            <a:avLst/>
          </a:prstGeom>
        </p:spPr>
      </p:pic>
      <p:pic>
        <p:nvPicPr>
          <p:cNvPr id="14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5fa10219e64b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06947" y="0"/>
            <a:ext cx="1509076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D7AD532-AC21-DEF7-0FBC-8E37D3CA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4913" y="3244334"/>
            <a:ext cx="81304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BF390C-DB55-422A-ACB5-E4BE96446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53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84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CH V3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6E26E3-C208-465B-8EA6-63A14FEF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049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8D8"/>
          </a:solidFill>
          <a:ln xmlns:a="http://schemas.openxmlformats.org/drawingml/2006/main" w="0">
            <a:solidFill>
              <a:srgbClr val="B7C8D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3A1536-1B95-4910-A8CE-74D5A6A8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314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65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6518"/>
                </a:solidFill>
                <a:latin typeface="Aptos"/>
                <a:ea typeface="Aptos"/>
                <a:cs typeface="Aptos"/>
              </a:rPr>
              <a:t>Bentuk modifikasi V1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2034E7-214A-4B1D-976D-B4C2C3F54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00250"/>
            <a:ext cx="47625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Kembali memakai papan memanjang dengan holder baterai.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TPL5010 tetap tercantum pada source V3.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Karena TPL5010 juga ada pada baseline V1, source archive tidak mendukung klaim bahwa IC ini baru ditambahkan pada V3.</a:t>
            </a:r>
          </a:p>
        </p:txBody>
      </p:sp>
    </p:spTree>
    <p:extLst>
      <p:ext uri="{BB962C8B-B14F-4D97-AF65-F5344CB8AC3E}">
        <p14:creationId xmlns:p14="http://schemas.microsoft.com/office/powerpoint/2010/main" val="76002928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2026-10-02T06:39:22.2500000Z</dcterms:created>
  <dcterms:modified xsi:type="dcterms:W3CDTF">2026-10-02T06:39:22.2500000Z</dcterms:modified>
</coreProperties>
</file>