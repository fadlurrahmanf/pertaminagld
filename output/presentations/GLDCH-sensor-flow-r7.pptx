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016b2616b4ea1" /><Relationship Type="http://schemas.openxmlformats.org/officeDocument/2006/relationships/extended-properties" Target="/docProps/app.xml" Id="R8e0ca7ab1ced4b1f" /><Relationship Type="http://schemas.openxmlformats.org/officeDocument/2006/relationships/officeDocument" Target="/ppt/presentation.xml" Id="R6a5db15171b344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aaa41b905c4723"/>
  </p:sldMasterIdLst>
  <p:notesMasterIdLst>
    <p:notesMasterId xmlns:r="http://schemas.openxmlformats.org/officeDocument/2006/relationships" r:id="R9d11feabe7ef4d7b"/>
  </p:notesMasterIdLst>
  <p:sldIdLst>
    <p:sldId xmlns:r="http://schemas.openxmlformats.org/officeDocument/2006/relationships" id="256" r:id="R416c370c6865479e"/>
    <p:sldId xmlns:r="http://schemas.openxmlformats.org/officeDocument/2006/relationships" id="257" r:id="R096675c0376e4497"/>
    <p:sldId xmlns:r="http://schemas.openxmlformats.org/officeDocument/2006/relationships" id="258" r:id="Rf72c2ad2d1854856"/>
    <p:sldId xmlns:r="http://schemas.openxmlformats.org/officeDocument/2006/relationships" id="259" r:id="R866a11a8023a4af7"/>
    <p:sldId xmlns:r="http://schemas.openxmlformats.org/officeDocument/2006/relationships" id="260" r:id="Re8a06d0fcb0b40aa"/>
    <p:sldId xmlns:r="http://schemas.openxmlformats.org/officeDocument/2006/relationships" id="261" r:id="Rd9de723d44bd4dd4"/>
    <p:sldId xmlns:r="http://schemas.openxmlformats.org/officeDocument/2006/relationships" id="262" r:id="Rd1329c0dd1594b43"/>
    <p:sldId xmlns:r="http://schemas.openxmlformats.org/officeDocument/2006/relationships" id="263" r:id="Re1952f67c1434cb1"/>
    <p:sldId xmlns:r="http://schemas.openxmlformats.org/officeDocument/2006/relationships" id="264" r:id="R7f65ec18a1724d05"/>
    <p:sldId xmlns:r="http://schemas.openxmlformats.org/officeDocument/2006/relationships" id="265" r:id="Rf3666ef574c549b8"/>
    <p:sldId xmlns:r="http://schemas.openxmlformats.org/officeDocument/2006/relationships" id="266" r:id="R84b342b20b0e498e"/>
    <p:sldId xmlns:r="http://schemas.openxmlformats.org/officeDocument/2006/relationships" id="267" r:id="R34e7bd636d8e434b"/>
    <p:sldId xmlns:r="http://schemas.openxmlformats.org/officeDocument/2006/relationships" id="268" r:id="R26708dde33034269"/>
    <p:sldId xmlns:r="http://schemas.openxmlformats.org/officeDocument/2006/relationships" id="269" r:id="R512bcef75da44000"/>
    <p:sldId xmlns:r="http://schemas.openxmlformats.org/officeDocument/2006/relationships" id="270" r:id="R0fa5b659a5c64d46"/>
    <p:sldId xmlns:r="http://schemas.openxmlformats.org/officeDocument/2006/relationships" id="271" r:id="R221e392d1fcd4e3b"/>
    <p:sldId xmlns:r="http://schemas.openxmlformats.org/officeDocument/2006/relationships" id="272" r:id="R50dc6ea87bb344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bb1ce42f64df7" /><Relationship Type="http://schemas.openxmlformats.org/officeDocument/2006/relationships/slideMaster" Target="/ppt/slideMasters/slideMaster1.xml" Id="R58aaa41b905c4723" /><Relationship Type="http://schemas.openxmlformats.org/officeDocument/2006/relationships/notesMaster" Target="/ppt/notesMasters/notesMaster1.xml" Id="R9d11feabe7ef4d7b" /><Relationship Type="http://schemas.openxmlformats.org/officeDocument/2006/relationships/presProps" Target="/ppt/presProps.xml" Id="Rfa361bcd3a2f488f" /><Relationship Type="http://schemas.openxmlformats.org/officeDocument/2006/relationships/viewProps" Target="/ppt/viewProps.xml" Id="Rac96a416ae924789" /><Relationship Type="http://schemas.openxmlformats.org/officeDocument/2006/relationships/tableStyles" Target="/ppt/tableStyles.xml" Id="Rf0643b08fe634935" /><Relationship Type="http://schemas.openxmlformats.org/officeDocument/2006/relationships/slide" Target="/ppt/slides/slide1.xml" Id="R416c370c6865479e" /><Relationship Type="http://schemas.openxmlformats.org/officeDocument/2006/relationships/slide" Target="/ppt/slides/slide2.xml" Id="R096675c0376e4497" /><Relationship Type="http://schemas.openxmlformats.org/officeDocument/2006/relationships/slide" Target="/ppt/slides/slide3.xml" Id="Rf72c2ad2d1854856" /><Relationship Type="http://schemas.openxmlformats.org/officeDocument/2006/relationships/slide" Target="/ppt/slides/slide4.xml" Id="R866a11a8023a4af7" /><Relationship Type="http://schemas.openxmlformats.org/officeDocument/2006/relationships/slide" Target="/ppt/slides/slide5.xml" Id="Re8a06d0fcb0b40aa" /><Relationship Type="http://schemas.openxmlformats.org/officeDocument/2006/relationships/slide" Target="/ppt/slides/slide6.xml" Id="Rd9de723d44bd4dd4" /><Relationship Type="http://schemas.openxmlformats.org/officeDocument/2006/relationships/slide" Target="/ppt/slides/slide7.xml" Id="Rd1329c0dd1594b43" /><Relationship Type="http://schemas.openxmlformats.org/officeDocument/2006/relationships/slide" Target="/ppt/slides/slide8.xml" Id="Re1952f67c1434cb1" /><Relationship Type="http://schemas.openxmlformats.org/officeDocument/2006/relationships/slide" Target="/ppt/slides/slide9.xml" Id="R7f65ec18a1724d05" /><Relationship Type="http://schemas.openxmlformats.org/officeDocument/2006/relationships/slide" Target="/ppt/slides/slide10.xml" Id="Rf3666ef574c549b8" /><Relationship Type="http://schemas.openxmlformats.org/officeDocument/2006/relationships/slide" Target="/ppt/slides/slide11.xml" Id="R84b342b20b0e498e" /><Relationship Type="http://schemas.openxmlformats.org/officeDocument/2006/relationships/slide" Target="/ppt/slides/slide12.xml" Id="R34e7bd636d8e434b" /><Relationship Type="http://schemas.openxmlformats.org/officeDocument/2006/relationships/slide" Target="/ppt/slides/slide13.xml" Id="R26708dde33034269" /><Relationship Type="http://schemas.openxmlformats.org/officeDocument/2006/relationships/slide" Target="/ppt/slides/slide14.xml" Id="R512bcef75da44000" /><Relationship Type="http://schemas.openxmlformats.org/officeDocument/2006/relationships/slide" Target="/ppt/slides/slide15.xml" Id="R0fa5b659a5c64d46" /><Relationship Type="http://schemas.openxmlformats.org/officeDocument/2006/relationships/slide" Target="/ppt/slides/slide16.xml" Id="R221e392d1fcd4e3b" /><Relationship Type="http://schemas.openxmlformats.org/officeDocument/2006/relationships/slide" Target="/ppt/slides/slide17.xml" Id="R50dc6ea87bb344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9a11b9387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d73ec7f37e4068" /><Relationship Type="http://schemas.openxmlformats.org/officeDocument/2006/relationships/notesMaster" Target="/ppt/notesMasters/notesMaster1.xml" Id="Rf6886d2e1095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865e9642a4858" /><Relationship Type="http://schemas.openxmlformats.org/officeDocument/2006/relationships/notesMaster" Target="/ppt/notesMasters/notesMaster1.xml" Id="R4d2313f7db31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82830d1a70451f" /><Relationship Type="http://schemas.openxmlformats.org/officeDocument/2006/relationships/notesMaster" Target="/ppt/notesMasters/notesMaster1.xml" Id="R9eda3ac333f3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7bc64085c348b4" /><Relationship Type="http://schemas.openxmlformats.org/officeDocument/2006/relationships/notesMaster" Target="/ppt/notesMasters/notesMaster1.xml" Id="R3ee7f744c4324c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fb38831e649c8" /><Relationship Type="http://schemas.openxmlformats.org/officeDocument/2006/relationships/notesMaster" Target="/ppt/notesMasters/notesMaster1.xml" Id="Rb54ff41073a6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4c3dab7de34635" /><Relationship Type="http://schemas.openxmlformats.org/officeDocument/2006/relationships/notesMaster" Target="/ppt/notesMasters/notesMaster1.xml" Id="R07ed8f08e90a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e31ca10c0a44d0" /><Relationship Type="http://schemas.openxmlformats.org/officeDocument/2006/relationships/notesMaster" Target="/ppt/notesMasters/notesMaster1.xml" Id="Ra0bef632002943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9d5617466545bc" /><Relationship Type="http://schemas.openxmlformats.org/officeDocument/2006/relationships/notesMaster" Target="/ppt/notesMasters/notesMaster1.xml" Id="R3bc42a81555f4e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81b11d77ef443d" /><Relationship Type="http://schemas.openxmlformats.org/officeDocument/2006/relationships/notesMaster" Target="/ppt/notesMasters/notesMaster1.xml" Id="Ra6d8cb5ce94f46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f635ed40d94d01" /><Relationship Type="http://schemas.openxmlformats.org/officeDocument/2006/relationships/notesMaster" Target="/ppt/notesMasters/notesMaster1.xml" Id="R00d99d161baf40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5f6003cd554f1d" /><Relationship Type="http://schemas.openxmlformats.org/officeDocument/2006/relationships/notesMaster" Target="/ppt/notesMasters/notesMaster1.xml" Id="Rb2755d5c00eb48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1dbde9e74549ae" /><Relationship Type="http://schemas.openxmlformats.org/officeDocument/2006/relationships/notesMaster" Target="/ppt/notesMasters/notesMaster1.xml" Id="R83a3816e470d4c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6a03dcb4c74c55" /><Relationship Type="http://schemas.openxmlformats.org/officeDocument/2006/relationships/notesMaster" Target="/ppt/notesMasters/notesMaster1.xml" Id="R12f51e88a59f4d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7e3f5a6d7f439d" /><Relationship Type="http://schemas.openxmlformats.org/officeDocument/2006/relationships/notesMaster" Target="/ppt/notesMasters/notesMaster1.xml" Id="R023d420964034b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56a9146ee44617" /><Relationship Type="http://schemas.openxmlformats.org/officeDocument/2006/relationships/notesMaster" Target="/ppt/notesMasters/notesMaster1.xml" Id="R07acd7bc234f4b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0b420a521f40ab" /><Relationship Type="http://schemas.openxmlformats.org/officeDocument/2006/relationships/notesMaster" Target="/ppt/notesMasters/notesMaster1.xml" Id="R24f0d02ee4e34e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5f532a714649e1" /><Relationship Type="http://schemas.openxmlformats.org/officeDocument/2006/relationships/notesMaster" Target="/ppt/notesMasters/notesMaster1.xml" Id="R297d0163fcee49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d979500a24a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b2e62ea934a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8132c90914f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dc2fe06204b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443984f2445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37e705699460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11489a0304b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4cdba29f14a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5416450e644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28ec1e044486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056fbd30547f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476f77da7843a5" /><Relationship Type="http://schemas.openxmlformats.org/officeDocument/2006/relationships/slideLayout" Target="/ppt/slideLayouts/slideLayout1.xml" Id="R970496ea3b784220" /><Relationship Type="http://schemas.openxmlformats.org/officeDocument/2006/relationships/slideLayout" Target="/ppt/slideLayouts/slideLayout2.xml" Id="Raaa34e63ec3547e7" /><Relationship Type="http://schemas.openxmlformats.org/officeDocument/2006/relationships/slideLayout" Target="/ppt/slideLayouts/slideLayout3.xml" Id="Rfd7288612313405a" /><Relationship Type="http://schemas.openxmlformats.org/officeDocument/2006/relationships/slideLayout" Target="/ppt/slideLayouts/slideLayout4.xml" Id="R28fb21cb3de74e5a" /><Relationship Type="http://schemas.openxmlformats.org/officeDocument/2006/relationships/slideLayout" Target="/ppt/slideLayouts/slideLayout5.xml" Id="Rac794f86c566449d" /><Relationship Type="http://schemas.openxmlformats.org/officeDocument/2006/relationships/slideLayout" Target="/ppt/slideLayouts/slideLayout6.xml" Id="Rc3847d1301e14a90" /><Relationship Type="http://schemas.openxmlformats.org/officeDocument/2006/relationships/slideLayout" Target="/ppt/slideLayouts/slideLayout7.xml" Id="R2a12f3fe6c454c43" /><Relationship Type="http://schemas.openxmlformats.org/officeDocument/2006/relationships/slideLayout" Target="/ppt/slideLayouts/slideLayout8.xml" Id="R3c03333a734548a5" /><Relationship Type="http://schemas.openxmlformats.org/officeDocument/2006/relationships/slideLayout" Target="/ppt/slideLayouts/slideLayout9.xml" Id="R2578db58a54d4224" /><Relationship Type="http://schemas.openxmlformats.org/officeDocument/2006/relationships/slideLayout" Target="/ppt/slideLayouts/slideLayout10.xml" Id="Rc7b144a127b84ef1" /><Relationship Type="http://schemas.openxmlformats.org/officeDocument/2006/relationships/slideLayout" Target="/ppt/slideLayouts/slideLayout11.xml" Id="R4ce780b3491f47c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496ea3b784220"/>
    <p:sldLayoutId xmlns:r="http://schemas.openxmlformats.org/officeDocument/2006/relationships" id="2147483650" r:id="Raaa34e63ec3547e7"/>
    <p:sldLayoutId xmlns:r="http://schemas.openxmlformats.org/officeDocument/2006/relationships" id="2147483651" r:id="Rfd7288612313405a"/>
    <p:sldLayoutId xmlns:r="http://schemas.openxmlformats.org/officeDocument/2006/relationships" id="2147483652" r:id="R28fb21cb3de74e5a"/>
    <p:sldLayoutId xmlns:r="http://schemas.openxmlformats.org/officeDocument/2006/relationships" id="2147483653" r:id="Rac794f86c566449d"/>
    <p:sldLayoutId xmlns:r="http://schemas.openxmlformats.org/officeDocument/2006/relationships" id="2147483654" r:id="Rc3847d1301e14a90"/>
    <p:sldLayoutId xmlns:r="http://schemas.openxmlformats.org/officeDocument/2006/relationships" id="2147483655" r:id="R2a12f3fe6c454c43"/>
    <p:sldLayoutId xmlns:r="http://schemas.openxmlformats.org/officeDocument/2006/relationships" id="2147483656" r:id="R3c03333a734548a5"/>
    <p:sldLayoutId xmlns:r="http://schemas.openxmlformats.org/officeDocument/2006/relationships" id="2147483657" r:id="R2578db58a54d4224"/>
    <p:sldLayoutId xmlns:r="http://schemas.openxmlformats.org/officeDocument/2006/relationships" id="2147483658" r:id="Rc7b144a127b84ef1"/>
    <p:sldLayoutId xmlns:r="http://schemas.openxmlformats.org/officeDocument/2006/relationships" id="2147483659" r:id="R4ce780b3491f47c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eafaff308a4e17" /><Relationship Type="http://schemas.openxmlformats.org/officeDocument/2006/relationships/notesSlide" Target="/ppt/notesSlides/notesSlide1.xml" Id="R7ef9d20565e242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12ef8bc674eef" /><Relationship Type="http://schemas.openxmlformats.org/officeDocument/2006/relationships/image" Target="/ppt/media/image.png" Id="Re820da0a2b1a4795" /><Relationship Type="http://schemas.openxmlformats.org/officeDocument/2006/relationships/image" Target="/ppt/media/image2.png" Id="R736ef3ebd19942ea" /><Relationship Type="http://schemas.openxmlformats.org/officeDocument/2006/relationships/notesSlide" Target="/ppt/notesSlides/notesSlide2.xml" Id="R282b9d72137f4a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fa6874a04d430e" /><Relationship Type="http://schemas.openxmlformats.org/officeDocument/2006/relationships/notesSlide" Target="/ppt/notesSlides/notesSlide3.xml" Id="R7b176ef84447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b685c083764cae" /><Relationship Type="http://schemas.openxmlformats.org/officeDocument/2006/relationships/image" Target="/ppt/media/image3.png" Id="R98c4313bdf9f4e6d" /><Relationship Type="http://schemas.openxmlformats.org/officeDocument/2006/relationships/image" Target="/ppt/media/image4.png" Id="Rff668798b4e148e1" /><Relationship Type="http://schemas.openxmlformats.org/officeDocument/2006/relationships/notesSlide" Target="/ppt/notesSlides/notesSlide4.xml" Id="R0a8f3a18232c48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c84d5e089446f7" /><Relationship Type="http://schemas.openxmlformats.org/officeDocument/2006/relationships/notesSlide" Target="/ppt/notesSlides/notesSlide5.xml" Id="R1eb98c076aed4a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88850f6bf848df" /><Relationship Type="http://schemas.openxmlformats.org/officeDocument/2006/relationships/image" Target="/ppt/media/image5.png" Id="Rc3866f831e2c4e60" /><Relationship Type="http://schemas.openxmlformats.org/officeDocument/2006/relationships/image" Target="/ppt/media/image6.png" Id="R7aac4c2f7f224e44" /><Relationship Type="http://schemas.openxmlformats.org/officeDocument/2006/relationships/notesSlide" Target="/ppt/notesSlides/notesSlide6.xml" Id="Re995ba9d2387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2aba0038bc4df0" /><Relationship Type="http://schemas.openxmlformats.org/officeDocument/2006/relationships/notesSlide" Target="/ppt/notesSlides/notesSlide7.xml" Id="R3878fde1533e43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d8caab73f04bfe" /><Relationship Type="http://schemas.openxmlformats.org/officeDocument/2006/relationships/image" Target="/ppt/media/image7.png" Id="R467b987804fd431b" /><Relationship Type="http://schemas.openxmlformats.org/officeDocument/2006/relationships/image" Target="/ppt/media/image8.png" Id="Rb5cb94acbf5b423a" /><Relationship Type="http://schemas.openxmlformats.org/officeDocument/2006/relationships/notesSlide" Target="/ppt/notesSlides/notesSlide8.xml" Id="R1292082a9917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af4cdfbaec4c8b" /><Relationship Type="http://schemas.openxmlformats.org/officeDocument/2006/relationships/image" Target="/ppt/media/image9.png" Id="Rb13e4ba9569a4057" /><Relationship Type="http://schemas.openxmlformats.org/officeDocument/2006/relationships/image" Target="/ppt/media/image10.png" Id="R2b9eaba93a3e4791" /><Relationship Type="http://schemas.openxmlformats.org/officeDocument/2006/relationships/image" Target="/ppt/media/image11.png" Id="R39d1d8d47f194341" /><Relationship Type="http://schemas.openxmlformats.org/officeDocument/2006/relationships/image" Target="/ppt/media/image12.png" Id="R96988c02347d436a" /><Relationship Type="http://schemas.openxmlformats.org/officeDocument/2006/relationships/notesSlide" Target="/ppt/notesSlides/notesSlide9.xml" Id="Rbe0fbec11f0e4b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56d7b61a7347c7" /><Relationship Type="http://schemas.openxmlformats.org/officeDocument/2006/relationships/image" Target="/ppt/media/image13.png" Id="Rb83dced1361446fb" /><Relationship Type="http://schemas.openxmlformats.org/officeDocument/2006/relationships/image" Target="/ppt/media/image14.png" Id="Re09d58168a7046c0" /><Relationship Type="http://schemas.openxmlformats.org/officeDocument/2006/relationships/image" Target="/ppt/media/image15.png" Id="R0d04ffcf25f54589" /><Relationship Type="http://schemas.openxmlformats.org/officeDocument/2006/relationships/image" Target="/ppt/media/image16.png" Id="R3db89ae0c21341c2" /><Relationship Type="http://schemas.openxmlformats.org/officeDocument/2006/relationships/image" Target="/ppt/media/image17.png" Id="R32f6d79599414447" /><Relationship Type="http://schemas.openxmlformats.org/officeDocument/2006/relationships/image" Target="/ppt/media/image18.png" Id="R49a7613a8a9a4c83" /><Relationship Type="http://schemas.openxmlformats.org/officeDocument/2006/relationships/notesSlide" Target="/ppt/notesSlides/notesSlide10.xml" Id="R1e5b419f072943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f4562eb1d04635" /><Relationship Type="http://schemas.openxmlformats.org/officeDocument/2006/relationships/notesSlide" Target="/ppt/notesSlides/notesSlide11.xml" Id="R92aa7ed0043f49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2063a39e754456" /><Relationship Type="http://schemas.openxmlformats.org/officeDocument/2006/relationships/notesSlide" Target="/ppt/notesSlides/notesSlide12.xml" Id="R5263d87cd09545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b93d7ab697499d" /><Relationship Type="http://schemas.openxmlformats.org/officeDocument/2006/relationships/image" Target="/ppt/media/image19.png" Id="R53a387c620aa43eb" /><Relationship Type="http://schemas.openxmlformats.org/officeDocument/2006/relationships/image" Target="/ppt/media/image20.png" Id="R70708550dbd243cd" /><Relationship Type="http://schemas.openxmlformats.org/officeDocument/2006/relationships/notesSlide" Target="/ppt/notesSlides/notesSlide13.xml" Id="R783f1187d54a4a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a2bdb163ed44ec" /><Relationship Type="http://schemas.openxmlformats.org/officeDocument/2006/relationships/image" Target="/ppt/media/image21.png" Id="R2cb76af58e68486e" /><Relationship Type="http://schemas.openxmlformats.org/officeDocument/2006/relationships/image" Target="/ppt/media/image22.png" Id="R627a5df1e70544fe" /><Relationship Type="http://schemas.openxmlformats.org/officeDocument/2006/relationships/notesSlide" Target="/ppt/notesSlides/notesSlide14.xml" Id="R23f0246516a247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642bcfd3644836" /><Relationship Type="http://schemas.openxmlformats.org/officeDocument/2006/relationships/image" Target="/ppt/media/image23.png" Id="R89d18fea34694764" /><Relationship Type="http://schemas.openxmlformats.org/officeDocument/2006/relationships/image" Target="/ppt/media/image24.png" Id="R95d9639b028d46a3" /><Relationship Type="http://schemas.openxmlformats.org/officeDocument/2006/relationships/notesSlide" Target="/ppt/notesSlides/notesSlide15.xml" Id="R93219e75149c40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f65de64fd24b60" /><Relationship Type="http://schemas.openxmlformats.org/officeDocument/2006/relationships/notesSlide" Target="/ppt/notesSlides/notesSlide16.xml" Id="Rf93c3d004a0642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66834d04a429d" /><Relationship Type="http://schemas.openxmlformats.org/officeDocument/2006/relationships/notesSlide" Target="/ppt/notesSlides/notesSlide17.xml" Id="Rc7accbc3099843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0da0a2b1a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ef3ebd19942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EC72D-FC86-4BE2-861B-32CBE538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7F738-E42C-484C-9170-FB5C05E1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Baseline acquisition: ESP32-S3 mengolah data; ADS1256 membaca delapan masukan analog; TCA9548A memilih cabang I2C; MCP4725 memberi offset/nulling per cabang.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4313bdf9f4e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68798b4e148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0C8B7-39DD-4CFF-9FD6-7B930A2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08AEA-4883-4B48-A053-DD1CD3CF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85558-0576-4726-9A16-6CA159C1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E5E8A-B5E5-4B26-B1FC-0CCC8F6E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FB2C7-C34A-46A7-899D-057C452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A7B98-6096-4E58-9438-4031738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DEC8F-7B99-4303-AB8B-9B35F663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D218B-B33F-46CE-AC7F-AA311283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56477-1A63-4253-AF8C-19790E16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93179-0FD1-4138-96AD-9D498CEE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687A3-1257-4A0F-ADAC-5EFDD4A6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19032-6B7C-4AE8-8D9B-D212F5EF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1CCDC-FBF2-43BB-A8C4-44E81428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C1CCB-CFB7-4192-8840-6F636ECD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6B302-ADA2-4602-8745-2E784759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49D3F-E279-4F8B-8CB8-50360596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3D18E-53C1-4897-9578-59D82136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C6287-1098-47A1-9BE5-F1CB35F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3F686-6F87-4DFF-93DC-0F9938D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D15AD-F2F1-450F-A4FA-E33034F3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8D549-91AF-4518-84D7-44B5F6EB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64DA5-6B63-4DDD-9939-3090F57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6A0E4-52E5-4F81-A68A-958E4FD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5EB24-2719-4E53-A446-9D1A8BB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F108D-30B3-4898-8302-BEE43623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59FAC-5EBC-417A-9605-5477FE88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0C59FA-2343-4AEE-855F-AC27E96E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B724F-8A19-433C-A731-7F1C858F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F3382-3A95-4974-9A81-5D167E88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EA67F8-BC07-4A4B-9424-6CF10E3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6B9859-9359-4AFC-83FB-F589A60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CC2F20-BDF8-497F-8260-4217C1A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18201965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66f831e2c4e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c4c2f7f22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8F0FC-CB6B-4842-9423-5A6776D0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C4909-00C4-4A34-A24C-79B1286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tetap bagian rantai utama. Pada GLD2, PCF8574 dan TPS22919 mengaktifkan rail sensor; TCA9548A memilih cabang; ADS1256 membaca AIN0–AIN7; MCP4725 dipakai saat nulling.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BF556-4D8D-4F38-8D0F-F538E9E0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996E9-5C57-4D3E-AEE9-FA953DA1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A15EB-D2E6-4543-AF0C-DF85C704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4201C-7E03-4FA8-9E97-0346B4A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01DE4-D5EB-4ACE-A5AA-A31757F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229525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b987804fd43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b94acbf5b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2F214-8898-480E-8BF1-FD8758D7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512D0-6CA3-4AC2-88A7-D00FE482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BOM IC utama sama dengan V2 pada source yang tersedia. Perbandingan sensor module harus mengikuti mapping header–EN–TCA–AIN, bukan hanya urutan fisik konektor.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e4ba9569a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eaba93a3e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1d8d47f194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88c02347d43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32B1A-CBB5-4E20-A93B-D4F2A6A3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4E09D-E7B3-4BE3-9129-F3CDB24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ATEX memakai basis sensor/acquisition yang sama menurut source. Perbedaannya yang terverifikasi di firmware: ada jalur kontrol fan GPIO7; status sertifikasi tidak disimpulkan dari layout.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dced1361446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d58168a7046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4ffcf25f54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89ae0c21341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6d79599414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7613a8a9a4c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E7401-07DC-46C4-94E0-6F55053D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4286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76E55-6DD3-436B-AEFE-964DE04B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40195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Layout ini adalah adapter/interface: ESP32-S3, E22, CH340, THVD1410, TPL5010 dan OLED. Tidak adanya ADS/TCA/PCF pada adapter tidak membuktikan sensor module dihilangkan dari sistem lengkap.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FA7E-16B9-4631-A333-5997AFF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289D5-4799-4E47-A781-9E21A741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6ACB1-97DB-4DED-ADB5-472EC84A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blok analog OPA333/LM321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Baseline visual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slot: PCF+TPS22919, TCA, MCP4725,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IC utama sama dengan GLD2 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utama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Basis acquisition tetap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muncul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9465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387c620aa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08550dbd2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76af58e6848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a5df1e70544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18fea34694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9639b028d46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078FC-00C5-4411-8493-1C6708D5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4D0E0-D87B-416B-A851-0A36A61A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EDAA1-1E88-477C-A2F0-5F3DE0F8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1FB6F-8A2F-4A58-9ED3-D3B8B14E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8E5DD-61BA-48D7-B081-4C743B3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0CE2B-5A61-4151-856F-BF6FFA7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846A8-6EE3-4636-8F31-E84A6639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72FE1-B6B7-4DC5-9B07-595E5102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CA28C-8043-4B46-82DB-B9FE17D3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9A237-8826-4F6D-B65F-708AFDE0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D6F7F-ECD9-4B8F-8A03-F7AA0C6F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57C09-BB24-4F51-A6C6-F9B2C560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64AD2-7EE7-450B-AD70-86000021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ABFA0-DFA0-4561-B0E0-3C79754B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CA9B7-429C-4474-B7BA-8AF71B4B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F7F31-7C86-4AD5-B3B8-E59AB9D7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13242-C578-4215-BA97-BE79BB2B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92306-1F35-40B1-9426-4DE327F9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2CB4A-02AE-416A-B616-D6ECBE5A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03648-40E3-4DEE-B493-6487297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8456D-F46E-4B38-BD6D-1055F97B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759EE-BBB4-49D2-9D23-BF01D1A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 menerima/relay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68BC9-13D2-4E43-B0A0-9558C73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9C728-EF5F-4609-AB60-8DAE9FA8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390ED-3FD3-4EF3-9A2E-6371C4A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02E62-8420-4D2E-8C17-CE4E4E47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D55E61-57ED-4800-AD05-540FB9B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19541893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276E1-0AF7-40F2-8A62-A5F5218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903F9-0B46-4E16-BEB9-9D77C811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6F1CE-45B7-4A4F-A2E6-08F6B05C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Referensi board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BA6FB-2183-4054-AD73-3E566F02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EFF54-B06A-4E9C-B318-A9F20C6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12363281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2026-10-02T04:36:09.7760000Z</dcterms:created>
  <dcterms:modified xsi:type="dcterms:W3CDTF">2026-10-02T04:36:09.7760000Z</dcterms:modified>
</coreProperties>
</file>