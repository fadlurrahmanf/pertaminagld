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a5100ee6c4744" /><Relationship Type="http://schemas.openxmlformats.org/officeDocument/2006/relationships/extended-properties" Target="/docProps/app.xml" Id="Rce887ef119e44c7e" /><Relationship Type="http://schemas.openxmlformats.org/officeDocument/2006/relationships/officeDocument" Target="/ppt/presentation.xml" Id="Rff4cf4bdbe5b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c1ab6a2ca543de"/>
  </p:sldMasterIdLst>
  <p:notesMasterIdLst>
    <p:notesMasterId xmlns:r="http://schemas.openxmlformats.org/officeDocument/2006/relationships" r:id="R71871bdd2caf4484"/>
  </p:notesMasterIdLst>
  <p:sldIdLst>
    <p:sldId xmlns:r="http://schemas.openxmlformats.org/officeDocument/2006/relationships" id="256" r:id="Reb8a79b8496a4539"/>
    <p:sldId xmlns:r="http://schemas.openxmlformats.org/officeDocument/2006/relationships" id="257" r:id="Re41edc1868934007"/>
    <p:sldId xmlns:r="http://schemas.openxmlformats.org/officeDocument/2006/relationships" id="258" r:id="Rc821be4d702140c7"/>
    <p:sldId xmlns:r="http://schemas.openxmlformats.org/officeDocument/2006/relationships" id="259" r:id="Rdc7baedc8e824183"/>
    <p:sldId xmlns:r="http://schemas.openxmlformats.org/officeDocument/2006/relationships" id="260" r:id="R264402edf328432c"/>
    <p:sldId xmlns:r="http://schemas.openxmlformats.org/officeDocument/2006/relationships" id="261" r:id="R68b267bcc1e64f6e"/>
    <p:sldId xmlns:r="http://schemas.openxmlformats.org/officeDocument/2006/relationships" id="262" r:id="R1ef6d9c32e2847e4"/>
    <p:sldId xmlns:r="http://schemas.openxmlformats.org/officeDocument/2006/relationships" id="263" r:id="Reaf6523e48444223"/>
    <p:sldId xmlns:r="http://schemas.openxmlformats.org/officeDocument/2006/relationships" id="264" r:id="Rf334c48855a34ddb"/>
    <p:sldId xmlns:r="http://schemas.openxmlformats.org/officeDocument/2006/relationships" id="265" r:id="R8e6d3343a54e401f"/>
    <p:sldId xmlns:r="http://schemas.openxmlformats.org/officeDocument/2006/relationships" id="266" r:id="R858e672387ee4143"/>
    <p:sldId xmlns:r="http://schemas.openxmlformats.org/officeDocument/2006/relationships" id="267" r:id="Rfce6b1754ea94a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863be2e81b4112" /><Relationship Type="http://schemas.openxmlformats.org/officeDocument/2006/relationships/slideMaster" Target="/ppt/slideMasters/slideMaster1.xml" Id="Refc1ab6a2ca543de" /><Relationship Type="http://schemas.openxmlformats.org/officeDocument/2006/relationships/notesMaster" Target="/ppt/notesMasters/notesMaster1.xml" Id="R71871bdd2caf4484" /><Relationship Type="http://schemas.openxmlformats.org/officeDocument/2006/relationships/presProps" Target="/ppt/presProps.xml" Id="Rd8ea1400f2534cab" /><Relationship Type="http://schemas.openxmlformats.org/officeDocument/2006/relationships/viewProps" Target="/ppt/viewProps.xml" Id="Rb39989e18a134911" /><Relationship Type="http://schemas.openxmlformats.org/officeDocument/2006/relationships/tableStyles" Target="/ppt/tableStyles.xml" Id="Ra921eb81325347d1" /><Relationship Type="http://schemas.openxmlformats.org/officeDocument/2006/relationships/slide" Target="/ppt/slides/slide1.xml" Id="Reb8a79b8496a4539" /><Relationship Type="http://schemas.openxmlformats.org/officeDocument/2006/relationships/slide" Target="/ppt/slides/slide2.xml" Id="Re41edc1868934007" /><Relationship Type="http://schemas.openxmlformats.org/officeDocument/2006/relationships/slide" Target="/ppt/slides/slide3.xml" Id="Rc821be4d702140c7" /><Relationship Type="http://schemas.openxmlformats.org/officeDocument/2006/relationships/slide" Target="/ppt/slides/slide4.xml" Id="Rdc7baedc8e824183" /><Relationship Type="http://schemas.openxmlformats.org/officeDocument/2006/relationships/slide" Target="/ppt/slides/slide5.xml" Id="R264402edf328432c" /><Relationship Type="http://schemas.openxmlformats.org/officeDocument/2006/relationships/slide" Target="/ppt/slides/slide6.xml" Id="R68b267bcc1e64f6e" /><Relationship Type="http://schemas.openxmlformats.org/officeDocument/2006/relationships/slide" Target="/ppt/slides/slide7.xml" Id="R1ef6d9c32e2847e4" /><Relationship Type="http://schemas.openxmlformats.org/officeDocument/2006/relationships/slide" Target="/ppt/slides/slide8.xml" Id="Reaf6523e48444223" /><Relationship Type="http://schemas.openxmlformats.org/officeDocument/2006/relationships/slide" Target="/ppt/slides/slide9.xml" Id="Rf334c48855a34ddb" /><Relationship Type="http://schemas.openxmlformats.org/officeDocument/2006/relationships/slide" Target="/ppt/slides/slide10.xml" Id="R8e6d3343a54e401f" /><Relationship Type="http://schemas.openxmlformats.org/officeDocument/2006/relationships/slide" Target="/ppt/slides/slide11.xml" Id="R858e672387ee4143" /><Relationship Type="http://schemas.openxmlformats.org/officeDocument/2006/relationships/slide" Target="/ppt/slides/slide12.xml" Id="Rfce6b1754ea9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3e00b351447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4533e830c4957" /><Relationship Type="http://schemas.openxmlformats.org/officeDocument/2006/relationships/notesMaster" Target="/ppt/notesMasters/notesMaster1.xml" Id="Raca8e4e9cc2b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be905280b745c2" /><Relationship Type="http://schemas.openxmlformats.org/officeDocument/2006/relationships/notesMaster" Target="/ppt/notesMasters/notesMaster1.xml" Id="R0ae3e412ca5f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177da0384747fd" /><Relationship Type="http://schemas.openxmlformats.org/officeDocument/2006/relationships/notesMaster" Target="/ppt/notesMasters/notesMaster1.xml" Id="R5a75d03b013b47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98ace323243f2" /><Relationship Type="http://schemas.openxmlformats.org/officeDocument/2006/relationships/notesMaster" Target="/ppt/notesMasters/notesMaster1.xml" Id="Rde86c88dcf0f4c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817afeeb324eef" /><Relationship Type="http://schemas.openxmlformats.org/officeDocument/2006/relationships/notesMaster" Target="/ppt/notesMasters/notesMaster1.xml" Id="R7e3c9f43a710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91413e21e04666" /><Relationship Type="http://schemas.openxmlformats.org/officeDocument/2006/relationships/notesMaster" Target="/ppt/notesMasters/notesMaster1.xml" Id="R581569472e60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18d315f5754960" /><Relationship Type="http://schemas.openxmlformats.org/officeDocument/2006/relationships/notesMaster" Target="/ppt/notesMasters/notesMaster1.xml" Id="R786b8c27bbb644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70d72036f7493e" /><Relationship Type="http://schemas.openxmlformats.org/officeDocument/2006/relationships/notesMaster" Target="/ppt/notesMasters/notesMaster1.xml" Id="Rb4d595a8f7d74b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56743fd5743af" /><Relationship Type="http://schemas.openxmlformats.org/officeDocument/2006/relationships/notesMaster" Target="/ppt/notesMasters/notesMaster1.xml" Id="Rcf77edb0e39947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ad0e69b1bf4bfd" /><Relationship Type="http://schemas.openxmlformats.org/officeDocument/2006/relationships/notesMaster" Target="/ppt/notesMasters/notesMaster1.xml" Id="R9d1df6b5037347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4667a36fde4e1c" /><Relationship Type="http://schemas.openxmlformats.org/officeDocument/2006/relationships/notesMaster" Target="/ppt/notesMasters/notesMaster1.xml" Id="Rb0f660e53f0449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0ef2f9ccf84d70" /><Relationship Type="http://schemas.openxmlformats.org/officeDocument/2006/relationships/notesMaster" Target="/ppt/notesMasters/notesMaster1.xml" Id="R69c5994afaef4f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d19ccf04c44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f321f19ab47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83681f71c40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1424a5524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2a9a84d334e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28cb4c54445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992450ae042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c690eefa541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74c5da0d5436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42689a31c4d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affa43f00447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d778335cfb4df7" /><Relationship Type="http://schemas.openxmlformats.org/officeDocument/2006/relationships/slideLayout" Target="/ppt/slideLayouts/slideLayout1.xml" Id="R08244bf658bd4ce0" /><Relationship Type="http://schemas.openxmlformats.org/officeDocument/2006/relationships/slideLayout" Target="/ppt/slideLayouts/slideLayout2.xml" Id="R17446236c65e4b18" /><Relationship Type="http://schemas.openxmlformats.org/officeDocument/2006/relationships/slideLayout" Target="/ppt/slideLayouts/slideLayout3.xml" Id="R7c2113bf4fdb48b8" /><Relationship Type="http://schemas.openxmlformats.org/officeDocument/2006/relationships/slideLayout" Target="/ppt/slideLayouts/slideLayout4.xml" Id="Rf3ecb29ea82f42c4" /><Relationship Type="http://schemas.openxmlformats.org/officeDocument/2006/relationships/slideLayout" Target="/ppt/slideLayouts/slideLayout5.xml" Id="Reaea87100d7f48dc" /><Relationship Type="http://schemas.openxmlformats.org/officeDocument/2006/relationships/slideLayout" Target="/ppt/slideLayouts/slideLayout6.xml" Id="Rfcb63cbd9ce94698" /><Relationship Type="http://schemas.openxmlformats.org/officeDocument/2006/relationships/slideLayout" Target="/ppt/slideLayouts/slideLayout7.xml" Id="R60fa03ed0a224835" /><Relationship Type="http://schemas.openxmlformats.org/officeDocument/2006/relationships/slideLayout" Target="/ppt/slideLayouts/slideLayout8.xml" Id="R6dd8d13070d5420e" /><Relationship Type="http://schemas.openxmlformats.org/officeDocument/2006/relationships/slideLayout" Target="/ppt/slideLayouts/slideLayout9.xml" Id="Re1d7334ef79240cb" /><Relationship Type="http://schemas.openxmlformats.org/officeDocument/2006/relationships/slideLayout" Target="/ppt/slideLayouts/slideLayout10.xml" Id="Raa2af912e45f4cd7" /><Relationship Type="http://schemas.openxmlformats.org/officeDocument/2006/relationships/slideLayout" Target="/ppt/slideLayouts/slideLayout11.xml" Id="Re04252f700a349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44bf658bd4ce0"/>
    <p:sldLayoutId xmlns:r="http://schemas.openxmlformats.org/officeDocument/2006/relationships" id="2147483650" r:id="R17446236c65e4b18"/>
    <p:sldLayoutId xmlns:r="http://schemas.openxmlformats.org/officeDocument/2006/relationships" id="2147483651" r:id="R7c2113bf4fdb48b8"/>
    <p:sldLayoutId xmlns:r="http://schemas.openxmlformats.org/officeDocument/2006/relationships" id="2147483652" r:id="Rf3ecb29ea82f42c4"/>
    <p:sldLayoutId xmlns:r="http://schemas.openxmlformats.org/officeDocument/2006/relationships" id="2147483653" r:id="Reaea87100d7f48dc"/>
    <p:sldLayoutId xmlns:r="http://schemas.openxmlformats.org/officeDocument/2006/relationships" id="2147483654" r:id="Rfcb63cbd9ce94698"/>
    <p:sldLayoutId xmlns:r="http://schemas.openxmlformats.org/officeDocument/2006/relationships" id="2147483655" r:id="R60fa03ed0a224835"/>
    <p:sldLayoutId xmlns:r="http://schemas.openxmlformats.org/officeDocument/2006/relationships" id="2147483656" r:id="R6dd8d13070d5420e"/>
    <p:sldLayoutId xmlns:r="http://schemas.openxmlformats.org/officeDocument/2006/relationships" id="2147483657" r:id="Re1d7334ef79240cb"/>
    <p:sldLayoutId xmlns:r="http://schemas.openxmlformats.org/officeDocument/2006/relationships" id="2147483658" r:id="Raa2af912e45f4cd7"/>
    <p:sldLayoutId xmlns:r="http://schemas.openxmlformats.org/officeDocument/2006/relationships" id="2147483659" r:id="Re04252f700a349f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219e50548f43a4" /><Relationship Type="http://schemas.openxmlformats.org/officeDocument/2006/relationships/notesSlide" Target="/ppt/notesSlides/notesSlide1.xml" Id="R7a82ffa3a85c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0fe4030d94a67" /><Relationship Type="http://schemas.openxmlformats.org/officeDocument/2006/relationships/image" Target="/ppt/media/image.png" Id="R70bf7fec1fbc4538" /><Relationship Type="http://schemas.openxmlformats.org/officeDocument/2006/relationships/image" Target="/ppt/media/image2.png" Id="Rfcda403c280b494c" /><Relationship Type="http://schemas.openxmlformats.org/officeDocument/2006/relationships/notesSlide" Target="/ppt/notesSlides/notesSlide2.xml" Id="Rc1a1c09f8afc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5aaf215d504271" /><Relationship Type="http://schemas.openxmlformats.org/officeDocument/2006/relationships/notesSlide" Target="/ppt/notesSlides/notesSlide3.xml" Id="R7ccc6902b53c48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8d7aca55b4ac1" /><Relationship Type="http://schemas.openxmlformats.org/officeDocument/2006/relationships/image" Target="/ppt/media/image3.png" Id="Rdb22de62a5fc4794" /><Relationship Type="http://schemas.openxmlformats.org/officeDocument/2006/relationships/image" Target="/ppt/media/image4.png" Id="R1d1df602143f4dd6" /><Relationship Type="http://schemas.openxmlformats.org/officeDocument/2006/relationships/notesSlide" Target="/ppt/notesSlides/notesSlide4.xml" Id="R4863795730db47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b28e98db814e71" /><Relationship Type="http://schemas.openxmlformats.org/officeDocument/2006/relationships/image" Target="/ppt/media/image5.png" Id="R6f91ed8f357a4965" /><Relationship Type="http://schemas.openxmlformats.org/officeDocument/2006/relationships/image" Target="/ppt/media/image6.png" Id="Rd6d10ea4f59a492c" /><Relationship Type="http://schemas.openxmlformats.org/officeDocument/2006/relationships/notesSlide" Target="/ppt/notesSlides/notesSlide5.xml" Id="Ra6cc16e333b449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503c557db3445c" /><Relationship Type="http://schemas.openxmlformats.org/officeDocument/2006/relationships/image" Target="/ppt/media/image7.png" Id="R526ad9c2fbb74706" /><Relationship Type="http://schemas.openxmlformats.org/officeDocument/2006/relationships/image" Target="/ppt/media/image8.png" Id="R5847266213324507" /><Relationship Type="http://schemas.openxmlformats.org/officeDocument/2006/relationships/notesSlide" Target="/ppt/notesSlides/notesSlide6.xml" Id="Rf2e51c0b345d40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07975dc4fc43aa" /><Relationship Type="http://schemas.openxmlformats.org/officeDocument/2006/relationships/image" Target="/ppt/media/image9.png" Id="Rab694313161c4e29" /><Relationship Type="http://schemas.openxmlformats.org/officeDocument/2006/relationships/image" Target="/ppt/media/image10.png" Id="R2b6fd4b5f26b41d0" /><Relationship Type="http://schemas.openxmlformats.org/officeDocument/2006/relationships/image" Target="/ppt/media/image11.png" Id="R5304d64540974bec" /><Relationship Type="http://schemas.openxmlformats.org/officeDocument/2006/relationships/image" Target="/ppt/media/image12.png" Id="R0bcc9358864449dd" /><Relationship Type="http://schemas.openxmlformats.org/officeDocument/2006/relationships/notesSlide" Target="/ppt/notesSlides/notesSlide7.xml" Id="R7d3d811bb8a4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bc12a9be7b47d5" /><Relationship Type="http://schemas.openxmlformats.org/officeDocument/2006/relationships/image" Target="/ppt/media/image13.png" Id="Rfa2837baf4ea4eb4" /><Relationship Type="http://schemas.openxmlformats.org/officeDocument/2006/relationships/image" Target="/ppt/media/image14.png" Id="Rcf6d960cbfe34cc6" /><Relationship Type="http://schemas.openxmlformats.org/officeDocument/2006/relationships/image" Target="/ppt/media/image15.png" Id="R37dc6ad5c3214858" /><Relationship Type="http://schemas.openxmlformats.org/officeDocument/2006/relationships/image" Target="/ppt/media/image16.png" Id="R9625165321bd4b09" /><Relationship Type="http://schemas.openxmlformats.org/officeDocument/2006/relationships/image" Target="/ppt/media/image17.png" Id="R5d4d90bf166742de" /><Relationship Type="http://schemas.openxmlformats.org/officeDocument/2006/relationships/image" Target="/ppt/media/image18.png" Id="R84dfc097a24f4722" /><Relationship Type="http://schemas.openxmlformats.org/officeDocument/2006/relationships/notesSlide" Target="/ppt/notesSlides/notesSlide8.xml" Id="Rda8da957a8f54e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a21b915a1f4a47" /><Relationship Type="http://schemas.openxmlformats.org/officeDocument/2006/relationships/notesSlide" Target="/ppt/notesSlides/notesSlide9.xml" Id="R5b0687f7f685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f251a3431c486e" /><Relationship Type="http://schemas.openxmlformats.org/officeDocument/2006/relationships/image" Target="/ppt/media/image19.png" Id="R900e703b27cc4606" /><Relationship Type="http://schemas.openxmlformats.org/officeDocument/2006/relationships/image" Target="/ppt/media/image20.png" Id="Rc2f04b59952f4965" /><Relationship Type="http://schemas.openxmlformats.org/officeDocument/2006/relationships/notesSlide" Target="/ppt/notesSlides/notesSlide10.xml" Id="Rd970fbaf509543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f2740360fa451d" /><Relationship Type="http://schemas.openxmlformats.org/officeDocument/2006/relationships/image" Target="/ppt/media/image21.png" Id="Rf235ca4339004b2e" /><Relationship Type="http://schemas.openxmlformats.org/officeDocument/2006/relationships/image" Target="/ppt/media/image22.png" Id="R062f84cf6f8645b1" /><Relationship Type="http://schemas.openxmlformats.org/officeDocument/2006/relationships/notesSlide" Target="/ppt/notesSlides/notesSlide11.xml" Id="R13fd5adccf4b49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d66748e84b46f0" /><Relationship Type="http://schemas.openxmlformats.org/officeDocument/2006/relationships/image" Target="/ppt/media/image23.png" Id="Recdc87ad696a4202" /><Relationship Type="http://schemas.openxmlformats.org/officeDocument/2006/relationships/image" Target="/ppt/media/image24.png" Id="R0ff38ec9123848d5" /><Relationship Type="http://schemas.openxmlformats.org/officeDocument/2006/relationships/notesSlide" Target="/ppt/notesSlides/notesSlide12.xml" Id="R0bf4c862511d46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f7fec1fbc4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721293"/>
          </a:xfrm>
          <a:prstGeom xmlns:a="http://schemas.openxmlformats.org/drawingml/2006/main" prst="rect">
            <a:avLst/>
          </a:prstGeom>
        </p:spPr>
      </p:pic>
      <p:pic>
        <p:nvPicPr>
          <p:cNvPr id="1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a403c280b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1104900"/>
            <a:ext cx="2957513" cy="2721293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A8EBE-54F0-462B-A5A9-1E9BAD1C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8FC5A-D042-4281-B7F0-5D60850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FF117-E1BC-405C-B952-49524C3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motherboard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1ACA5-AC1F-400E-9D9E-7861D21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ESP32, ADS1256, TCA9548, dan MCP4725 berada pada motherboard.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B9B9E-8DEF-44B2-8968-4111D7F5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Jalur analog memakai INA333, OPA333, dan LM321. Sensor serta bridge MQ masih berada pada board utama.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00AA3-4419-4B8D-8196-6B1BF582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mengatur wake-up/deep-sleep dan kontrol catu 5V/3.3V board, sementara baterai dipertahankan.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0082D-B21B-4F88-A20D-8E8A3613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ULN2003 mengendalikan buzzer, alarm 5V, dan DC fan.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2de62a5fc4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6700" y="1162050"/>
            <a:ext cx="2905125" cy="2762250"/>
          </a:xfrm>
          <a:prstGeom xmlns:a="http://schemas.openxmlformats.org/drawingml/2006/main" prst="rect">
            <a:avLst/>
          </a:prstGeom>
        </p:spPr>
      </p:pic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df602143f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1162050"/>
            <a:ext cx="2724150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F048D-718F-4668-9F32-FF0A32DD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SensorBoardMQ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A863A-23E3-4D3E-A991-1A0FBA93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D0554-EF11-4119-8694-0701D01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Bagian dari perubahan 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B894A-4620-43A3-82B3-BE634904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rangkaian bridge sensor MQ dipisahkan dari motherboard.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71125-FB3B-4FB1-AD9B-774B341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TPS22919 pada module mengendalikan ON/OFF daya sensor MQ.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B4543-AE89-4530-89A9-2FF64786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004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Module terhubung ke motherboard melalui socket.</a:t>
            </a:r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ed8f357a4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466975"/>
          </a:xfrm>
          <a:prstGeom xmlns:a="http://schemas.openxmlformats.org/drawingml/2006/main" prst="rect">
            <a:avLst/>
          </a:prstGeom>
        </p:spPr>
      </p:pic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10ea4f59a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647950" cy="25050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70058-BDD8-4445-9174-E8FB654C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D5CCD-038B-4FB7-BF5A-D2152008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7D74B-62E3-43D0-81C7-95B3B75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CA509-2C14-4F68-A0DC-A0A6CEB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LM321 diganti OPA320 pada jalur analog. PCF8574 dan SHT40 juga ditambahkan.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3C6D7-2817-43CF-9E95-E2F3F2C8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bridge MQ pindah ke SensorBoardMQ yang memakai TPS22919 untuk ON/OFF daya sensor.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373B-8E6E-4F4D-AEF6-09181D40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DC fan tidak ada. Pin Alarm menyediakan tegangan 24V.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DA4B1-703A-4D35-BA3D-5524E142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Pemilih 24V/Battery/5V terhubung langsung tanpa jumper. Pada revisi awal V2, +5VA belum tersambung.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ad9c2fbb7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550" y="1104900"/>
            <a:ext cx="3048000" cy="2657475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7266213324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104900"/>
            <a:ext cx="2809875" cy="26574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BF3AF-F9C4-48FB-89D7-9B2C9D31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5D281-4A50-401C-B7FB-440BF45D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C848A-54A9-4732-B49B-3E09FCE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ECEFE-113B-4712-89A6-3B0E2389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DC_FAN 5V sudah tersedia kembali.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86410-A249-4EAF-804F-2EE6C9DF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432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+5VA sudah tersambung dan diperbaiki.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75B8D-38E5-49F7-BD67-99A9EF1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338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Konfigurasi sensor module, OPA320, ADS1256, TCA9548, PCF8574, dan SHT40 tetap dipertahankan.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94313161c4e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876300"/>
            <a:ext cx="3000375" cy="2571750"/>
          </a:xfrm>
          <a:prstGeom xmlns:a="http://schemas.openxmlformats.org/drawingml/2006/main" prst="rect">
            <a:avLst/>
          </a:prstGeom>
        </p:spPr>
      </p:pic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fd4b5f26b41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876300"/>
            <a:ext cx="26860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4d64540974b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3638550"/>
            <a:ext cx="2952750" cy="2571750"/>
          </a:xfrm>
          <a:prstGeom xmlns:a="http://schemas.openxmlformats.org/drawingml/2006/main" prst="rect">
            <a:avLst/>
          </a:prstGeom>
        </p:spPr>
      </p:pic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9358864449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3638550"/>
            <a:ext cx="2686050" cy="2524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85C79-F647-44C1-9BD6-1C9BAD36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E9F0E-40A0-4D75-982A-4B8C72C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1A586-D26F-4098-BF4E-1C76DFA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A2773-D348-4A8E-AA64-8E7A0019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Ditambahkan lubang baut untuk pemasangan motherboard ke cover PCB.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1238F-34B3-4D9E-9161-4565203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432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Cover PCB terpisah ditambahkan untuk men-terminalkan koneksi dan menutupi motherboard.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0CE20-A7BE-4B52-8446-32B2D441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338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Gambar kanan bawah menunjukkan Cover PCB dengan terminal berwarna hijau.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837baf4ea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809625"/>
            <a:ext cx="2019300" cy="18669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d960cbfe34c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7900" y="809625"/>
            <a:ext cx="2057400" cy="18573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c6ad5c321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" y="2800350"/>
            <a:ext cx="1895475" cy="1781175"/>
          </a:xfrm>
          <a:prstGeom xmlns:a="http://schemas.openxmlformats.org/drawingml/2006/main" prst="rect">
            <a:avLst/>
          </a:prstGeom>
        </p:spPr>
      </p:pic>
      <p:pic>
        <p:nvPicPr>
          <p:cNvPr id="3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5165321bd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3600" y="2800350"/>
            <a:ext cx="1990725" cy="1781175"/>
          </a:xfrm>
          <a:prstGeom xmlns:a="http://schemas.openxmlformats.org/drawingml/2006/main" prst="rect">
            <a:avLst/>
          </a:prstGeom>
        </p:spPr>
      </p:pic>
      <p:pic>
        <p:nvPicPr>
          <p:cNvPr id="3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90bf166742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809625"/>
            <a:ext cx="1885950" cy="1724025"/>
          </a:xfrm>
          <a:prstGeom xmlns:a="http://schemas.openxmlformats.org/drawingml/2006/main" prst="rect">
            <a:avLst/>
          </a:prstGeom>
        </p:spPr>
      </p:pic>
      <p:pic>
        <p:nvPicPr>
          <p:cNvPr id="3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c097a24f47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2724150"/>
            <a:ext cx="1866900" cy="1762125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42950"/>
            <a:ext cx="428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4320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723900"/>
            <a:ext cx="2000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9DF0C-8AD1-47FF-BD58-24B4B6B6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C667A-AC13-45DB-AFB8-CCBBF5FA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80F70-8683-4F1E-A784-688D2DEB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E0B2D8-B98F-4FE7-8E8C-97B69C74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MotherBoardAdapter mempertahankan ESP32 dan TPL5010. Konektor 16-pin PHD2.0 membawa antarmuka menuju Sensor PCB.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06F916-0316-46B6-B739-35C906B6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ADS1256, TCA9548, OPA320, PCF8574, SHT40, dan +5VA tidak lagi berada pada motherboard.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77A53B-3A1D-4CAC-92D5-C3A230D1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Fungsi-fungsi tersebut dipisahkan ke Sensor PCB.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e703b27cc4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04b59952f4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43E61-FA30-4C64-86B2-666693D1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542DE-95F6-4679-975B-4B1309C6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58A60-474E-47BE-9374-4F3B7CBF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AC265-55D5-4C10-81C1-7FA0F780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 memanjang dengan holder baterai dan konektor antena SMA.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50C57-62E2-4EA6-8C7A-C18C85F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sudah ada pada baseline source CH V1.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26BA2-114F-4510-AE9A-9A88B7D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Archive tidak membuktikan perubahan fungsi TPL5010 sebagai penambahan khusus versi berikutnya.</a:t>
            </a: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5ca4339004b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" y="971550"/>
            <a:ext cx="3048000" cy="29527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f84cf6f8645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6125" y="971550"/>
            <a:ext cx="3152775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4EA0-3B54-4916-8D7E-F8E63469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DE51F-47FA-449D-B99E-D4A52184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5043D-C7CE-45C4-A901-44FA9929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A80DD-036F-48D9-8A09-25DDA35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PCB berbentuk lingkaran agar sesuai dengan casing aluminium.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137AA-F21D-4DFA-8026-6AF6AD1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antena diganti menjadi pin untuk sambungan ke connector antena fiberglass.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20DBF-A714-4F73-804D-0D968E4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ada pada source V2, seperti baseline V1.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c87ad696a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38ec9123848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A5E3A-5E13-478A-B76A-80C3D03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D3347-ADF5-434F-A8FC-DB9E894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9C525-C725-4848-9B4E-56AE961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14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Bentuk modifikasi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88650-AE1A-4AC6-8CC5-6367555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Kembali memakai papan memanjang dengan holder baterai.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5F66F-6A63-4D9E-89AC-A5CE1FCA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194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tetap tercantum pada source V3.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2C016-8AFF-4F2C-97ED-5E7BEB54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Karena TPL5010 juga ada pada baseline V1, source archive tidak mendukung klaim bahwa IC ini baru ditambahkan pada V3.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2026-10-02T06:37:40.5830000Z</dcterms:created>
  <dcterms:modified xsi:type="dcterms:W3CDTF">2026-10-02T06:37:40.5830000Z</dcterms:modified>
</coreProperties>
</file>