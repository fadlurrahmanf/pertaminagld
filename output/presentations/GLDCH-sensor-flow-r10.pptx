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a373ab91c54c96" /><Relationship Type="http://schemas.openxmlformats.org/officeDocument/2006/relationships/extended-properties" Target="/docProps/app.xml" Id="R658c32adf8ca4477" /><Relationship Type="http://schemas.openxmlformats.org/officeDocument/2006/relationships/officeDocument" Target="/ppt/presentation.xml" Id="Rd500809ebb1f48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7cd753a8b14267"/>
  </p:sldMasterIdLst>
  <p:notesMasterIdLst>
    <p:notesMasterId xmlns:r="http://schemas.openxmlformats.org/officeDocument/2006/relationships" r:id="Rbe2230825ca745bf"/>
  </p:notesMasterIdLst>
  <p:sldIdLst>
    <p:sldId xmlns:r="http://schemas.openxmlformats.org/officeDocument/2006/relationships" id="256" r:id="Rb005d47c83e34666"/>
    <p:sldId xmlns:r="http://schemas.openxmlformats.org/officeDocument/2006/relationships" id="257" r:id="Rdfdaf1f5f7264d40"/>
    <p:sldId xmlns:r="http://schemas.openxmlformats.org/officeDocument/2006/relationships" id="258" r:id="R6f391fd0699b4d43"/>
    <p:sldId xmlns:r="http://schemas.openxmlformats.org/officeDocument/2006/relationships" id="259" r:id="R8f13083858d746db"/>
    <p:sldId xmlns:r="http://schemas.openxmlformats.org/officeDocument/2006/relationships" id="260" r:id="R1ca5e950b5ac4f4e"/>
    <p:sldId xmlns:r="http://schemas.openxmlformats.org/officeDocument/2006/relationships" id="261" r:id="Rf94ba8c211d54f74"/>
    <p:sldId xmlns:r="http://schemas.openxmlformats.org/officeDocument/2006/relationships" id="262" r:id="R3ab434f2812a48e9"/>
    <p:sldId xmlns:r="http://schemas.openxmlformats.org/officeDocument/2006/relationships" id="263" r:id="Re048a5919bd34f76"/>
    <p:sldId xmlns:r="http://schemas.openxmlformats.org/officeDocument/2006/relationships" id="264" r:id="R89b18ca95ef04a39"/>
    <p:sldId xmlns:r="http://schemas.openxmlformats.org/officeDocument/2006/relationships" id="265" r:id="R3eecd48456584d4f"/>
    <p:sldId xmlns:r="http://schemas.openxmlformats.org/officeDocument/2006/relationships" id="266" r:id="R3acb0871fda64978"/>
    <p:sldId xmlns:r="http://schemas.openxmlformats.org/officeDocument/2006/relationships" id="267" r:id="R20d3f587a5f44d17"/>
    <p:sldId xmlns:r="http://schemas.openxmlformats.org/officeDocument/2006/relationships" id="268" r:id="R6994720c746c4eb6"/>
    <p:sldId xmlns:r="http://schemas.openxmlformats.org/officeDocument/2006/relationships" id="269" r:id="R939eafbf039640a2"/>
    <p:sldId xmlns:r="http://schemas.openxmlformats.org/officeDocument/2006/relationships" id="270" r:id="R43d18d04c9a64d8a"/>
    <p:sldId xmlns:r="http://schemas.openxmlformats.org/officeDocument/2006/relationships" id="271" r:id="R3c06e4bb1e974046"/>
    <p:sldId xmlns:r="http://schemas.openxmlformats.org/officeDocument/2006/relationships" id="272" r:id="R04dbb36ccea844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7e42fc1a89441e" /><Relationship Type="http://schemas.openxmlformats.org/officeDocument/2006/relationships/slideMaster" Target="/ppt/slideMasters/slideMaster1.xml" Id="R9c7cd753a8b14267" /><Relationship Type="http://schemas.openxmlformats.org/officeDocument/2006/relationships/notesMaster" Target="/ppt/notesMasters/notesMaster1.xml" Id="Rbe2230825ca745bf" /><Relationship Type="http://schemas.openxmlformats.org/officeDocument/2006/relationships/presProps" Target="/ppt/presProps.xml" Id="R19336532ac244e2f" /><Relationship Type="http://schemas.openxmlformats.org/officeDocument/2006/relationships/viewProps" Target="/ppt/viewProps.xml" Id="R5da575e478034d10" /><Relationship Type="http://schemas.openxmlformats.org/officeDocument/2006/relationships/tableStyles" Target="/ppt/tableStyles.xml" Id="Rcc35de2f8a344aed" /><Relationship Type="http://schemas.openxmlformats.org/officeDocument/2006/relationships/slide" Target="/ppt/slides/slide1.xml" Id="Rb005d47c83e34666" /><Relationship Type="http://schemas.openxmlformats.org/officeDocument/2006/relationships/slide" Target="/ppt/slides/slide2.xml" Id="Rdfdaf1f5f7264d40" /><Relationship Type="http://schemas.openxmlformats.org/officeDocument/2006/relationships/slide" Target="/ppt/slides/slide3.xml" Id="R6f391fd0699b4d43" /><Relationship Type="http://schemas.openxmlformats.org/officeDocument/2006/relationships/slide" Target="/ppt/slides/slide4.xml" Id="R8f13083858d746db" /><Relationship Type="http://schemas.openxmlformats.org/officeDocument/2006/relationships/slide" Target="/ppt/slides/slide5.xml" Id="R1ca5e950b5ac4f4e" /><Relationship Type="http://schemas.openxmlformats.org/officeDocument/2006/relationships/slide" Target="/ppt/slides/slide6.xml" Id="Rf94ba8c211d54f74" /><Relationship Type="http://schemas.openxmlformats.org/officeDocument/2006/relationships/slide" Target="/ppt/slides/slide7.xml" Id="R3ab434f2812a48e9" /><Relationship Type="http://schemas.openxmlformats.org/officeDocument/2006/relationships/slide" Target="/ppt/slides/slide8.xml" Id="Re048a5919bd34f76" /><Relationship Type="http://schemas.openxmlformats.org/officeDocument/2006/relationships/slide" Target="/ppt/slides/slide9.xml" Id="R89b18ca95ef04a39" /><Relationship Type="http://schemas.openxmlformats.org/officeDocument/2006/relationships/slide" Target="/ppt/slides/slide10.xml" Id="R3eecd48456584d4f" /><Relationship Type="http://schemas.openxmlformats.org/officeDocument/2006/relationships/slide" Target="/ppt/slides/slide11.xml" Id="R3acb0871fda64978" /><Relationship Type="http://schemas.openxmlformats.org/officeDocument/2006/relationships/slide" Target="/ppt/slides/slide12.xml" Id="R20d3f587a5f44d17" /><Relationship Type="http://schemas.openxmlformats.org/officeDocument/2006/relationships/slide" Target="/ppt/slides/slide13.xml" Id="R6994720c746c4eb6" /><Relationship Type="http://schemas.openxmlformats.org/officeDocument/2006/relationships/slide" Target="/ppt/slides/slide14.xml" Id="R939eafbf039640a2" /><Relationship Type="http://schemas.openxmlformats.org/officeDocument/2006/relationships/slide" Target="/ppt/slides/slide15.xml" Id="R43d18d04c9a64d8a" /><Relationship Type="http://schemas.openxmlformats.org/officeDocument/2006/relationships/slide" Target="/ppt/slides/slide16.xml" Id="R3c06e4bb1e974046" /><Relationship Type="http://schemas.openxmlformats.org/officeDocument/2006/relationships/slide" Target="/ppt/slides/slide17.xml" Id="R04dbb36ccea844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66434b53794e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d034a28cb04fd7" /><Relationship Type="http://schemas.openxmlformats.org/officeDocument/2006/relationships/notesMaster" Target="/ppt/notesMasters/notesMaster1.xml" Id="R3c8e3f0667ce48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fbd3ff32c84200" /><Relationship Type="http://schemas.openxmlformats.org/officeDocument/2006/relationships/notesMaster" Target="/ppt/notesMasters/notesMaster1.xml" Id="Rebc1611db91c40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fa8ba7a21542bc" /><Relationship Type="http://schemas.openxmlformats.org/officeDocument/2006/relationships/notesMaster" Target="/ppt/notesMasters/notesMaster1.xml" Id="R514c01b7f6e449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45940acfaf4d30" /><Relationship Type="http://schemas.openxmlformats.org/officeDocument/2006/relationships/notesMaster" Target="/ppt/notesMasters/notesMaster1.xml" Id="R0d595f06f7484c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5ade3b9c494826" /><Relationship Type="http://schemas.openxmlformats.org/officeDocument/2006/relationships/notesMaster" Target="/ppt/notesMasters/notesMaster1.xml" Id="Rb40df2d2f2c84c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66442e4b914b8e" /><Relationship Type="http://schemas.openxmlformats.org/officeDocument/2006/relationships/notesMaster" Target="/ppt/notesMasters/notesMaster1.xml" Id="Rdc21f21abbdc45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4539e9818f452c" /><Relationship Type="http://schemas.openxmlformats.org/officeDocument/2006/relationships/notesMaster" Target="/ppt/notesMasters/notesMaster1.xml" Id="R0f078e9368c641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dac6bfd8d54307" /><Relationship Type="http://schemas.openxmlformats.org/officeDocument/2006/relationships/notesMaster" Target="/ppt/notesMasters/notesMaster1.xml" Id="R02e13c951b8b44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1ee48a23dd4d6c" /><Relationship Type="http://schemas.openxmlformats.org/officeDocument/2006/relationships/notesMaster" Target="/ppt/notesMasters/notesMaster1.xml" Id="R814d9da4f06044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331aa7b3b64ebf" /><Relationship Type="http://schemas.openxmlformats.org/officeDocument/2006/relationships/notesMaster" Target="/ppt/notesMasters/notesMaster1.xml" Id="R5a6cf049ea0944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93467e19ca48cd" /><Relationship Type="http://schemas.openxmlformats.org/officeDocument/2006/relationships/notesMaster" Target="/ppt/notesMasters/notesMaster1.xml" Id="Rab32186ea72a42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1511ebecc364e84" /><Relationship Type="http://schemas.openxmlformats.org/officeDocument/2006/relationships/notesMaster" Target="/ppt/notesMasters/notesMaster1.xml" Id="R06c56c51cb134d3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32caf4970fb4fa3" /><Relationship Type="http://schemas.openxmlformats.org/officeDocument/2006/relationships/notesMaster" Target="/ppt/notesMasters/notesMaster1.xml" Id="Ra6dace5db07a423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cf00609314d4552" /><Relationship Type="http://schemas.openxmlformats.org/officeDocument/2006/relationships/notesMaster" Target="/ppt/notesMasters/notesMaster1.xml" Id="R5e1cd06d53f54b2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ecad53ea2a74fb6" /><Relationship Type="http://schemas.openxmlformats.org/officeDocument/2006/relationships/notesMaster" Target="/ppt/notesMasters/notesMaster1.xml" Id="R4c770b0bc7d84ac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fce0a0d6bd14a88" /><Relationship Type="http://schemas.openxmlformats.org/officeDocument/2006/relationships/notesMaster" Target="/ppt/notesMasters/notesMaster1.xml" Id="Re6d59e5747314be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21ad35b0d6a4b43" /><Relationship Type="http://schemas.openxmlformats.org/officeDocument/2006/relationships/notesMaster" Target="/ppt/notesMasters/notesMaster1.xml" Id="R8aa831dc3deb42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docs/wiring/gld-project-ver2-2026-07-01/GLD2-nulling-live-findings-2026-08-19.md; firmware/gld/include/BoardPinsGLD2.h; output/diagrams/gld2/component-pins.csv.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docs/wiring/gld-project-ver2-2026-07-01/GLD2-nulling-live-findings-2026-08-19.md; docs/wiring/gld-project-ver2-2026-07-01/GLD2-functional-test-plan-draft.md; firmware/gld/include/BoardPinsGLD2.h.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docs/wiring/gld-project-ver2-2026-07-01/source-GLD_Project.zip; source-GLD2.zip; docs/wiring/Board_GLD3.zip; docs/wiring/GLD ATEX.zip; docs/wiring/GLD5.zip; firmware/gld/include/BoardPinsGLD2.h; firmware/gld/include/BoardPinsGLDATEX.h.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docs/wiring/gld-project-ver2-2026-07-01/GLD2-nulling-live-findings-2026-08-19.md; docs/wiring/ch-dual-radio-e220-ver4-2026-07-21/README.md; docs/wiring/ch-dual-radio-e220-ver4-2026-07-21/1-PCB_PCB_dualRadioCH_E220Ver4.json.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docs/wiring/ch-dual-radio-e220-ver4-2026-07-21/README.md; docs/wiring/ch-dual-radio-e220-ver4-2026-07-21/1-PCB_PCB_dualRadioCH_E220Ver4.json; docs/wiring/Source_CH_Board_Kecil/Source_CH_Board_Kecil.zip.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9c0b992bc64a3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d5b207b33b4f6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35c08e77bc49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33c14eeb71474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0aae576edd49c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3ce12d673d4b2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eb199d2928478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7214d8abb3470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b3d07a7dbe477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171977e2574d9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85497c660a47d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5770DE-D7B8-6AC6-27A9-E90AE4D4A5E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99E318C-98DE-239D-0ED3-DFA528F8B0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0D69A4F-4C87-3383-7DAF-3B67D4596F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E14844-69D7-68C2-DDA9-9C8AA187C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54F0CC-47AB-6C28-8E5E-9C3F8B654C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1A5405-2043-67A6-F275-650556C467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8FEF342-D8F0-E137-A37F-8ED041F3A75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31CB9FE-39F2-C98A-E1E7-D1A291BF6A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4834A0-A5A1-D764-9CD2-297E2F389D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17D40D-A336-7C74-6566-EC7CD4F8D5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F1DBFB-ED13-0757-9E35-6A7FE22F4B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BC7510-D8DE-3829-6C3F-7002E27610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8DFF44-0F3F-72C1-0115-0E3E8EB6F3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BFE42E7-DA5D-A2FF-80A8-9DAD39D806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37A6C5-D0BC-A300-A01A-FADB1B7C37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391804-E379-0F8D-3184-CF668E05C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0253ADF-276E-5F7D-1E23-FA3ED417B4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CC8DA79-7310-6F0B-638F-D278084F94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27CA5FF-84CD-6901-160A-207265CB35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2AFE447-F564-84FF-0568-9A139C90A3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1F56806-13F1-9963-5152-D07C368702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2068FD-998E-6CD2-403D-30FC36C5DE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902DE55-05BC-5C52-7E5F-DB889F5133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E5145A8-AD96-520C-B55E-D087C0D30D3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60DB2F5-1D26-BD61-8287-3D9A0E9C192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6D990A9-4F6A-4D6F-2738-5ED9C418DBE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2A504D1-D0DB-D4C5-8DEC-F06492B835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EF7C76A-28B4-C567-D017-05757F86B2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1FBF36E-5B24-D41F-7EC7-B6DBCB52C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572B5D-22ED-1725-BCEC-411596254C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0D40DC1-B8C0-DA75-CD44-4685242F33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2D28A6E-5B20-0AC7-A17D-92FD31FAA7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B141F6D-CC52-2BBD-84FA-3086173779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74D7803-B9C0-49FA-16BF-61DF2946D6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CF81A3A-9351-BC20-F13E-7EBCB8B08A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237F58D-6BEC-EA2F-3757-005AC22F28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D12C9F-AF3A-2F28-E32D-6D00FACB5B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C790251-712A-55D8-BDEF-712F4951A7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5052317-62A4-8CD4-CB42-8DF6031D12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86A8E56-4291-4964-F5ED-BB58F51475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9BCB4B4-16C5-AC60-B9FD-2F67C1444D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B329344-D265-EF06-AF8D-A34A738D36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5721FF-EEAC-5B2D-9868-67ED6DE2E0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0835429-81A3-D47F-328A-C34AB786ACE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2A26BA7-2103-A4CB-CD65-8F831A8022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CE1ABE4-61D5-0C44-2087-35BCCEFAC2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FC8396F-888E-1B7F-01EE-C66DDEE74F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5306669-5D3E-30F4-F081-DD48976A24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54E69E-A52E-FF2A-1E0F-4050BA18D8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651C0BA-3F8F-14B1-56CB-78EB2BD3BF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597A66-CF77-3C5D-21D4-3FF10F6F5A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32B246-5B35-CBB7-595B-5931935A35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35D5AF-83D9-702C-9833-8DAEE9110D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E4465AA-32DC-5F6D-2627-CB853B675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669CD34-96A1-6ECF-6068-6A9C218D03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D6C65B-9E4D-59AF-2C5C-89463B3CAF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1F77B0-320A-B19B-4277-35469F164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34C5E85-57E6-2E18-0995-0D0723E97B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9a8426cb8546a9" /><Relationship Type="http://schemas.openxmlformats.org/officeDocument/2006/relationships/slideLayout" Target="/ppt/slideLayouts/slideLayout1.xml" Id="R70abb08694834111" /><Relationship Type="http://schemas.openxmlformats.org/officeDocument/2006/relationships/slideLayout" Target="/ppt/slideLayouts/slideLayout2.xml" Id="Rd2aba5fde552424b" /><Relationship Type="http://schemas.openxmlformats.org/officeDocument/2006/relationships/slideLayout" Target="/ppt/slideLayouts/slideLayout3.xml" Id="R34f49be5ef9c402b" /><Relationship Type="http://schemas.openxmlformats.org/officeDocument/2006/relationships/slideLayout" Target="/ppt/slideLayouts/slideLayout4.xml" Id="R9b85a03653474e8f" /><Relationship Type="http://schemas.openxmlformats.org/officeDocument/2006/relationships/slideLayout" Target="/ppt/slideLayouts/slideLayout5.xml" Id="R7fb4aa663bc44cfa" /><Relationship Type="http://schemas.openxmlformats.org/officeDocument/2006/relationships/slideLayout" Target="/ppt/slideLayouts/slideLayout6.xml" Id="Rffbd174ef3ee4e21" /><Relationship Type="http://schemas.openxmlformats.org/officeDocument/2006/relationships/slideLayout" Target="/ppt/slideLayouts/slideLayout7.xml" Id="R0caefd13e6df4ba2" /><Relationship Type="http://schemas.openxmlformats.org/officeDocument/2006/relationships/slideLayout" Target="/ppt/slideLayouts/slideLayout8.xml" Id="R42b155ee830c4b5f" /><Relationship Type="http://schemas.openxmlformats.org/officeDocument/2006/relationships/slideLayout" Target="/ppt/slideLayouts/slideLayout9.xml" Id="R6a954dceae384dda" /><Relationship Type="http://schemas.openxmlformats.org/officeDocument/2006/relationships/slideLayout" Target="/ppt/slideLayouts/slideLayout10.xml" Id="Re066d3fd6e104cd2" /><Relationship Type="http://schemas.openxmlformats.org/officeDocument/2006/relationships/slideLayout" Target="/ppt/slideLayouts/slideLayout11.xml" Id="Rfb86a8135e114c7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64EB340-A8A5-E4AC-0033-61A7A20368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AB4A00-EF67-5329-311B-0DFF290EFC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C1F5C3-A744-26F9-39D8-89BAA4BC0BE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99019D-BD56-64CD-C655-E162D1DEC8F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BDE40B-E82A-7E15-F88A-1722A93704D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abb08694834111"/>
    <p:sldLayoutId xmlns:r="http://schemas.openxmlformats.org/officeDocument/2006/relationships" id="2147483650" r:id="Rd2aba5fde552424b"/>
    <p:sldLayoutId xmlns:r="http://schemas.openxmlformats.org/officeDocument/2006/relationships" id="2147483651" r:id="R34f49be5ef9c402b"/>
    <p:sldLayoutId xmlns:r="http://schemas.openxmlformats.org/officeDocument/2006/relationships" id="2147483652" r:id="R9b85a03653474e8f"/>
    <p:sldLayoutId xmlns:r="http://schemas.openxmlformats.org/officeDocument/2006/relationships" id="2147483653" r:id="R7fb4aa663bc44cfa"/>
    <p:sldLayoutId xmlns:r="http://schemas.openxmlformats.org/officeDocument/2006/relationships" id="2147483654" r:id="Rffbd174ef3ee4e21"/>
    <p:sldLayoutId xmlns:r="http://schemas.openxmlformats.org/officeDocument/2006/relationships" id="2147483655" r:id="R0caefd13e6df4ba2"/>
    <p:sldLayoutId xmlns:r="http://schemas.openxmlformats.org/officeDocument/2006/relationships" id="2147483656" r:id="R42b155ee830c4b5f"/>
    <p:sldLayoutId xmlns:r="http://schemas.openxmlformats.org/officeDocument/2006/relationships" id="2147483657" r:id="R6a954dceae384dda"/>
    <p:sldLayoutId xmlns:r="http://schemas.openxmlformats.org/officeDocument/2006/relationships" id="2147483658" r:id="Re066d3fd6e104cd2"/>
    <p:sldLayoutId xmlns:r="http://schemas.openxmlformats.org/officeDocument/2006/relationships" id="2147483659" r:id="Rfb86a8135e114c7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6fcfb942c1a40ae" /><Relationship Type="http://schemas.openxmlformats.org/officeDocument/2006/relationships/notesSlide" Target="/ppt/notesSlides/notesSlide1.xml" Id="R0a02910dff3047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bed9668724afa" /><Relationship Type="http://schemas.openxmlformats.org/officeDocument/2006/relationships/image" Target="/ppt/media/image.png" Id="R645578fabb154a8a" /><Relationship Type="http://schemas.openxmlformats.org/officeDocument/2006/relationships/image" Target="/ppt/media/image2.png" Id="R227796be4c4b4f28" /><Relationship Type="http://schemas.openxmlformats.org/officeDocument/2006/relationships/notesSlide" Target="/ppt/notesSlides/notesSlide2.xml" Id="Rd6609d8411d84b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e82d52a691747d5" /><Relationship Type="http://schemas.openxmlformats.org/officeDocument/2006/relationships/notesSlide" Target="/ppt/notesSlides/notesSlide3.xml" Id="R495587d834a944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0ef6da86d24668" /><Relationship Type="http://schemas.openxmlformats.org/officeDocument/2006/relationships/image" Target="/ppt/media/image3.png" Id="Rc92f256a44764048" /><Relationship Type="http://schemas.openxmlformats.org/officeDocument/2006/relationships/image" Target="/ppt/media/image4.png" Id="Rd0a039a705ec4525" /><Relationship Type="http://schemas.openxmlformats.org/officeDocument/2006/relationships/notesSlide" Target="/ppt/notesSlides/notesSlide4.xml" Id="R52ab07bbcbbf43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c5d98bb64064517" /><Relationship Type="http://schemas.openxmlformats.org/officeDocument/2006/relationships/notesSlide" Target="/ppt/notesSlides/notesSlide5.xml" Id="Rd9d9cb15243142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ea12da5c5d498d" /><Relationship Type="http://schemas.openxmlformats.org/officeDocument/2006/relationships/image" Target="/ppt/media/image5.png" Id="Re76131dd39cf43a7" /><Relationship Type="http://schemas.openxmlformats.org/officeDocument/2006/relationships/image" Target="/ppt/media/image6.png" Id="R16b50a9557684781" /><Relationship Type="http://schemas.openxmlformats.org/officeDocument/2006/relationships/notesSlide" Target="/ppt/notesSlides/notesSlide6.xml" Id="R695e0de4413047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f779513f6864bd9" /><Relationship Type="http://schemas.openxmlformats.org/officeDocument/2006/relationships/notesSlide" Target="/ppt/notesSlides/notesSlide7.xml" Id="Re9311951c4714c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0265a973a2640da" /><Relationship Type="http://schemas.openxmlformats.org/officeDocument/2006/relationships/image" Target="/ppt/media/image7.png" Id="Rd0f74c239c794365" /><Relationship Type="http://schemas.openxmlformats.org/officeDocument/2006/relationships/image" Target="/ppt/media/image8.png" Id="Rf955d27490cd4ccf" /><Relationship Type="http://schemas.openxmlformats.org/officeDocument/2006/relationships/notesSlide" Target="/ppt/notesSlides/notesSlide8.xml" Id="R17490ecf8fba4b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ba830045970471f" /><Relationship Type="http://schemas.openxmlformats.org/officeDocument/2006/relationships/image" Target="/ppt/media/image9.png" Id="R1b963894580d4d2d" /><Relationship Type="http://schemas.openxmlformats.org/officeDocument/2006/relationships/image" Target="/ppt/media/image10.png" Id="R4415723c216a4d09" /><Relationship Type="http://schemas.openxmlformats.org/officeDocument/2006/relationships/image" Target="/ppt/media/image11.png" Id="R25d2c310f2ab4610" /><Relationship Type="http://schemas.openxmlformats.org/officeDocument/2006/relationships/image" Target="/ppt/media/image12.png" Id="R762f4e2a82264cc4" /><Relationship Type="http://schemas.openxmlformats.org/officeDocument/2006/relationships/notesSlide" Target="/ppt/notesSlides/notesSlide9.xml" Id="R0702caf3f5504d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990d8b691b345eb" /><Relationship Type="http://schemas.openxmlformats.org/officeDocument/2006/relationships/image" Target="/ppt/media/image13.png" Id="R700343d6f9ad4273" /><Relationship Type="http://schemas.openxmlformats.org/officeDocument/2006/relationships/image" Target="/ppt/media/image14.png" Id="R02d43b90bcfa43cd" /><Relationship Type="http://schemas.openxmlformats.org/officeDocument/2006/relationships/image" Target="/ppt/media/image15.png" Id="Rff00c551246940b9" /><Relationship Type="http://schemas.openxmlformats.org/officeDocument/2006/relationships/image" Target="/ppt/media/image16.png" Id="R405ce65bf132450e" /><Relationship Type="http://schemas.openxmlformats.org/officeDocument/2006/relationships/image" Target="/ppt/media/image17.png" Id="R238a639917a54297" /><Relationship Type="http://schemas.openxmlformats.org/officeDocument/2006/relationships/image" Target="/ppt/media/image18.png" Id="Rade7635f43af40d4" /><Relationship Type="http://schemas.openxmlformats.org/officeDocument/2006/relationships/notesSlide" Target="/ppt/notesSlides/notesSlide10.xml" Id="R0ea059381d9d410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b72b72df6d14e6a" /><Relationship Type="http://schemas.openxmlformats.org/officeDocument/2006/relationships/notesSlide" Target="/ppt/notesSlides/notesSlide11.xml" Id="Rb9c965719c6f41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189fd6266d54548" /><Relationship Type="http://schemas.openxmlformats.org/officeDocument/2006/relationships/notesSlide" Target="/ppt/notesSlides/notesSlide12.xml" Id="Rb725313b20ab4af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f3118857847409e" /><Relationship Type="http://schemas.openxmlformats.org/officeDocument/2006/relationships/image" Target="/ppt/media/image19.png" Id="Refddcaa640fc4987" /><Relationship Type="http://schemas.openxmlformats.org/officeDocument/2006/relationships/image" Target="/ppt/media/image20.png" Id="R7bafc89450fd4597" /><Relationship Type="http://schemas.openxmlformats.org/officeDocument/2006/relationships/notesSlide" Target="/ppt/notesSlides/notesSlide13.xml" Id="R0e9b021b0d9a4af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32c47d917b44949" /><Relationship Type="http://schemas.openxmlformats.org/officeDocument/2006/relationships/image" Target="/ppt/media/image21.png" Id="Rc0cb2a12f83d4af7" /><Relationship Type="http://schemas.openxmlformats.org/officeDocument/2006/relationships/image" Target="/ppt/media/image22.png" Id="R441551523a384cb2" /><Relationship Type="http://schemas.openxmlformats.org/officeDocument/2006/relationships/notesSlide" Target="/ppt/notesSlides/notesSlide14.xml" Id="R085d4b36a5c3498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b690b0e70dd4b9b" /><Relationship Type="http://schemas.openxmlformats.org/officeDocument/2006/relationships/image" Target="/ppt/media/image23.png" Id="Rc930f248e944483b" /><Relationship Type="http://schemas.openxmlformats.org/officeDocument/2006/relationships/image" Target="/ppt/media/image24.png" Id="R7f3b6f389f1b4494" /><Relationship Type="http://schemas.openxmlformats.org/officeDocument/2006/relationships/notesSlide" Target="/ppt/notesSlides/notesSlide15.xml" Id="R5d39d33a5dff425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ec9c799aae348f9" /><Relationship Type="http://schemas.openxmlformats.org/officeDocument/2006/relationships/notesSlide" Target="/ppt/notesSlides/notesSlide16.xml" Id="R7f79c70c91b64f0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ca61201b9472d" /><Relationship Type="http://schemas.openxmlformats.org/officeDocument/2006/relationships/notesSlide" Target="/ppt/notesSlides/notesSlide17.xml" Id="R6232f3734e71403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DF2C75-CD5E-3026-3669-3EE3BD7E8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51D823A-5A52-7386-FAED-FFBB5692F1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7647548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5578fabb154a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5442609"/>
          </a:xfrm>
          <a:prstGeom xmlns:a="http://schemas.openxmlformats.org/drawingml/2006/main" prst="rect">
            <a:avLst/>
          </a:prstGeom>
        </p:spPr>
      </p:pic>
      <p:pic>
        <p:nvPicPr>
          <p:cNvPr id="1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796be4c4b4f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77606" y="0"/>
            <a:ext cx="5914393" cy="5442609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962A1A-AD75-A2D0-6254-9E6B3710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V1</a:t>
            </a:r>
            <a:endParaRPr/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A0354-37D1-4A44-A53D-A2AF183B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429125"/>
            <a:ext cx="11525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333375" y="4429125"/>
          <a:ext xmlns:a="http://schemas.openxmlformats.org/drawingml/2006/main" cx="11525250" cy="14287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619250"/>
                <a:gridCol w="9906000"/>
              </a:tblGrid>
              <a:tr h="2857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V1 — baseline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8 footprint/sirkuit sensor menyatu pada motherboard (gambar PCB); MCP4725 terdapat di source V1.</a:t>
                      </a:r>
                    </a:p>
                  </a:txBody>
                  <a:tcPr marL="91440" marR="91440" marT="45720" marB="45720"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INA333 + OPA333 + LM321.</a:t>
                      </a:r>
                    </a:p>
                  </a:txBody>
                  <a:tcPr marL="91440" marR="91440" marT="45720" marB="45720"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sensor env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dan SHT40 tidak ditemukan pada motherboard V1.</a:t>
                      </a:r>
                    </a:p>
                  </a:txBody>
                  <a:tcPr marL="91440" marR="91440" marT="45720" marB="45720"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Tersedia pada source V1 untuk blok analog.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05942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F89975-B516-863C-58D2-9143F4D8F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 Low Power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4A0FD33-23AE-0D86-973E-A98B762E8C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1783009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2f256a447640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912429" cy="5615796"/>
          </a:xfrm>
          <a:prstGeom xmlns:a="http://schemas.openxmlformats.org/drawingml/2006/main" prst="rect">
            <a:avLst/>
          </a:prstGeom>
        </p:spPr>
      </p:pic>
      <p:pic>
        <p:nvPicPr>
          <p:cNvPr id="1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a039a705ec45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53133" y="0"/>
            <a:ext cx="5538867" cy="5615796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0B76A92-7D82-8F4D-9033-73852390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366" y="6150634"/>
            <a:ext cx="207140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Sensor MQ Module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861122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617B6A-BFAC-4B9C-8011-F54CC64E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B7708-9966-4E2A-B681-1F28AE39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Sensor Module dalam Rantai GLD2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6BC40A-FB48-4661-A2F4-C4B586B8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Delapan modul adalah sumber data; motherboard menyalakan, memilih, men-null, lalu mengubah sinyal menjadi data digital.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C1AD4-F307-48A2-AECC-83D1D1CC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190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76C07-3A1B-4AF8-865B-72A05799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518"/>
          </a:solidFill>
          <a:ln xmlns:a="http://schemas.openxmlformats.org/drawingml/2006/main" w="0">
            <a:solidFill>
              <a:srgbClr val="B8651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3BA85-8546-41FC-969B-7408A603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1. Elemen MQ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DF543-20FC-42CC-B3FA-C9F319C2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18859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MQ8, MQ135, MQ3, MQ5, MQ4, MQ7, MQ6, MQ2. Heater dan elemen sensor berada pada modul.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6B3ECB-BFBF-4EB4-8D54-E0F59F7A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90725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analog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85A8D6-B195-415F-B61D-54F4392A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22860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B6D7DB-3682-4BE6-8542-1AD450D8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58106-5468-488C-8EEF-19D66AF4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049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2. Slot sensor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3E2A28-1E1C-4B68-84E1-46DBDC5B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28800"/>
            <a:ext cx="19812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+5V, GND, VMID, AIN, SDA/SCL cabang, dan EN tersedia pada header modul.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0957AA-0279-4CFD-A673-C1249423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90725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AIN0–7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6071E4-8111-44C0-A02F-F7077178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4095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B41ADA-2E32-45CE-AFC6-0054316B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81625D-79DD-4640-AD0B-DB0A2973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04950"/>
            <a:ext cx="3790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3. Akuisisi GLD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7ABE65-7D2A-49CA-AAB2-1D19F329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28800"/>
            <a:ext cx="37909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Filter analog → ADS1256. ESP32-S3 membaca delapan kanal dan membentuk data/telemetri.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9997D2-7D1B-4898-A470-CF2A67B3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2952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814A00-43D3-4AFA-AB4D-06D99C32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518"/>
          </a:solidFill>
          <a:ln xmlns:a="http://schemas.openxmlformats.org/drawingml/2006/main" w="0">
            <a:solidFill>
              <a:srgbClr val="B8651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D22919-53B0-4DDE-A67A-6D527842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3857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Daya per modul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7A4897-165C-4ED1-A8EA-D4990D8D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62425"/>
            <a:ext cx="2647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PCF8574 (0x20) mengeluarkan EN0–EN7. EN mengendalikan TPS22919; rail sensor dapat dipilih ON/OFF.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C6CBB3-0EED-4187-88AB-42A2D749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33875"/>
            <a:ext cx="1000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pilih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E5E32E-73B4-4809-AF30-325E64A1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714750"/>
            <a:ext cx="2952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659221-2AD8-45A6-9999-2F23DFD8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714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CABCF6-DE2C-494C-8F7B-1D9340A8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83857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I2C per cabang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EF348F-998A-4FED-B91B-424507DC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162425"/>
            <a:ext cx="2647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TCA9548A (0x71) memilih SDA/SCL cabang. MCP4725 setiap cabang beralamat sama: 0x60.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02AA4B-EB2A-4C19-AB97-698D2205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333875"/>
            <a:ext cx="1000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nulling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ED34E9-5FBF-4C9F-8854-FB580610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14750"/>
            <a:ext cx="1428750" cy="1619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26ABA8-0DA1-4AE1-8EEE-CBFD06DF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14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4E840E-9CB7-43C1-A423-86B2BA72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83857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Offset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B920E7-3A39-47AF-B931-5B5A3FCC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162425"/>
            <a:ext cx="1123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MCP4725 memberi tegangan DAC saat prosedur nulling.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CC9C10-9868-44DE-9C08-9195D9E0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2708A"/>
                </a:solidFill>
                <a:latin typeface="Aptos"/>
                <a:ea typeface="Aptos"/>
                <a:cs typeface="Aptos"/>
              </a:rPr>
              <a:t>Bukti: source-GLD2.zip, BoardPinsGLD2.h, dan temuan live COM3 2026-08-19. Ini menjelaskan arsitektur GLD2; bukan klaim hasil gas/field test saat ini.</a:t>
            </a:r>
          </a:p>
        </p:txBody>
      </p:sp>
    </p:spTree>
    <p:extLst>
      <p:ext uri="{BB962C8B-B14F-4D97-AF65-F5344CB8AC3E}">
        <p14:creationId xmlns:p14="http://schemas.microsoft.com/office/powerpoint/2010/main" val="35254761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6131dd39cf43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01837" cy="4942936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b50a95576847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4012" y="0"/>
            <a:ext cx="5297988" cy="5011947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EE277E7-003F-00A9-6646-268A83A8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8F60C-08CE-4F41-AC81-B844A1C7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286250"/>
            <a:ext cx="115252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333375" y="4286250"/>
          <a:ext xmlns:a="http://schemas.openxmlformats.org/drawingml/2006/main" cx="11525250" cy="1666875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476375"/>
                <a:gridCol w="3238500"/>
                <a:gridCol w="6667500"/>
              </a:tblGrid>
              <a:tr h="27781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V1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V2 / GLD2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Menyatu pada motherboard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Terpisah sebagai sensor module eksternal melalui H2/H1/H3–H8.</a:t>
                      </a:r>
                    </a:p>
                  </a:txBody>
                  <a:tcPr marL="91440" marR="91440" marT="45720" marB="45720"/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INA333 + OPA333 + LM321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OPA320; ADS1256 tetap membaca AIN0–AIN7.</a:t>
                      </a:r>
                    </a:p>
                  </a:txBody>
                  <a:tcPr marL="91440" marR="91440" marT="45720" marB="45720"/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rail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tidak 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P0–P7 → EN0–EN7; TPS22919 mengendalikan rail sensor.</a:t>
                      </a:r>
                    </a:p>
                  </a:txBody>
                  <a:tcPr marL="91440" marR="91440" marT="45720" marB="45720"/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Sensor env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SHT40 tidak 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SHT40 pada root I2C 0x44.</a:t>
                      </a:r>
                    </a:p>
                  </a:txBody>
                  <a:tcPr marL="91440" marR="91440" marT="45720" marB="45720"/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/ nulling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ada; MCP di 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tetap ada; MCP4725 berada per module dan dipilih via TCA 0x71.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86306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AB7598-7610-4A72-AAA0-EB433F1F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8882A-F76A-42D6-A510-A14F7DAF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Pemetaan 8 Sensor Module GLD2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562AC2-3D9E-49FC-9F62-6ED737EC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Pemetaan ini harus dipakai saat akses MCP4725/nulling karena urutan EN tidak sama dengan urutan sensor fisik.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524000" y="1285875"/>
          <a:ext xmlns:a="http://schemas.openxmlformats.org/drawingml/2006/main" cx="9144000" cy="40005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333500"/>
                <a:gridCol w="2095500"/>
                <a:gridCol w="2095500"/>
                <a:gridCol w="1524000"/>
                <a:gridCol w="2095500"/>
              </a:tblGrid>
              <a:tr h="4445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Header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Sensor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PCF / EN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TCA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ADS1256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P0 / EN0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AIN0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MQ135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P6 / EN6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AIN1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P7 / EN7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AIN2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P3 / EN3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AIN3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P4 / EN4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AIN4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P5 / EN5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AIN5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P2 / EN2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AIN6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P1 / EN1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AIN7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0C0C3-9017-4610-907F-3B1295F2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58A22B-2A39-4957-A7B9-67103046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95950"/>
            <a:ext cx="1002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6324A"/>
                </a:solidFill>
                <a:latin typeface="Aptos"/>
                <a:ea typeface="Aptos"/>
                <a:cs typeface="Aptos"/>
              </a:rPr>
              <a:t>Urutan akses yang terbukti pada GLD2: matikan switch lain → aktifkan EN target → pilih TCA pasangannya → akses MCP 0x60. Root I2C: PCF8574 0x20, SHT40 0x44, TCA9548A 0x71.</a:t>
            </a:r>
          </a:p>
        </p:txBody>
      </p:sp>
    </p:spTree>
    <p:extLst>
      <p:ext uri="{BB962C8B-B14F-4D97-AF65-F5344CB8AC3E}">
        <p14:creationId xmlns:p14="http://schemas.microsoft.com/office/powerpoint/2010/main" val="2551562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74c239c7943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5314107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55d27490cd4c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4809" y="0"/>
            <a:ext cx="5617192" cy="5314106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84801CB-19CB-563E-C535-2E2185C9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33275-A630-4F2C-847A-39B6220E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476750"/>
            <a:ext cx="11525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333375" y="4476750"/>
          <a:ext xmlns:a="http://schemas.openxmlformats.org/drawingml/2006/main" cx="11525250" cy="14287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476375"/>
                <a:gridCol w="3238500"/>
                <a:gridCol w="6667500"/>
              </a:tblGrid>
              <a:tr h="2857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V2 / GLD2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V3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Module eksternal via H2/H1/H3–H8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module eksternal.</a:t>
                      </a:r>
                    </a:p>
                  </a:txBody>
                  <a:tcPr marL="91440" marR="91440" marT="45720" marB="45720"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OPA320 + ADS1256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OPA320 + ADS1256.</a:t>
                      </a:r>
                    </a:p>
                  </a:txBody>
                  <a:tcPr marL="91440" marR="91440" marT="45720" marB="45720"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sensor env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+ SHT40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PCF8574 + SHT40.</a:t>
                      </a:r>
                    </a:p>
                  </a:txBody>
                  <a:tcPr marL="91440" marR="91440" marT="45720" marB="45720"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/ I2C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+5VA, TCA9548A, MCP per module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Blok acquisition utama sama pada source; tidak ada IC baru yang ditemukan.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0533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63894580d4d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100031" cy="3519577"/>
          </a:xfrm>
          <a:prstGeom xmlns:a="http://schemas.openxmlformats.org/drawingml/2006/main" prst="rect">
            <a:avLst/>
          </a:prstGeom>
        </p:spPr>
      </p:pic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15723c216a4d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00031" y="0"/>
            <a:ext cx="3664217" cy="3519577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9D4CE2-C7EF-B863-2B57-4F7C96A0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V4 / ATEX</a:t>
            </a:r>
          </a:p>
        </p:txBody>
      </p:sp>
      <p:pic>
        <p:nvPicPr>
          <p:cNvPr id="1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d2c310f2ab46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27782" y="0"/>
            <a:ext cx="3664218" cy="3597368"/>
          </a:xfrm>
          <a:prstGeom xmlns:a="http://schemas.openxmlformats.org/drawingml/2006/main" prst="rect">
            <a:avLst/>
          </a:prstGeom>
        </p:spPr>
      </p:pic>
      <p:pic>
        <p:nvPicPr>
          <p:cNvPr id="17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f4e2a82264c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01963" y="3573932"/>
            <a:ext cx="3490037" cy="3284068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532ACA-5BCA-4847-A880-2DBB0542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143250"/>
            <a:ext cx="814387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238125" y="3143250"/>
          <a:ext xmlns:a="http://schemas.openxmlformats.org/drawingml/2006/main" cx="8143875" cy="27622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381125"/>
                <a:gridCol w="2381250"/>
                <a:gridCol w="4238625"/>
              </a:tblGrid>
              <a:tr h="4603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V3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V4 / ATEX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Module eksternal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module eksternal.</a:t>
                      </a:r>
                    </a:p>
                  </a:txBody>
                  <a:tcPr marL="91440" marR="91440" marT="45720" marB="45720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OPA320 + ADS1256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OPA320 + ADS1256.</a:t>
                      </a:r>
                    </a:p>
                  </a:txBody>
                  <a:tcPr marL="91440" marR="91440" marT="45720" marB="45720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sensor env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+ SHT40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PCF8574 + SHT40.</a:t>
                      </a:r>
                    </a:p>
                  </a:txBody>
                  <a:tcPr marL="91440" marR="91440" marT="45720" marB="45720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/ nulling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+5VA; TCA/MCP per module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basis acquisition yang sama.</a:t>
                      </a:r>
                    </a:p>
                  </a:txBody>
                  <a:tcPr marL="91440" marR="91440" marT="45720" marB="45720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Perubahan terverifikasi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Profile firmware menambah jalur kontrol fan GPIO7; bukan bukti sertifikasi ATEX.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98608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0343d6f9ad42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1"/>
            <a:ext cx="3804248" cy="3523458"/>
          </a:xfrm>
          <a:prstGeom xmlns:a="http://schemas.openxmlformats.org/drawingml/2006/main" prst="rect">
            <a:avLst/>
          </a:prstGeom>
        </p:spPr>
      </p:pic>
      <p:pic>
        <p:nvPicPr>
          <p:cNvPr id="2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d43b90bcfa43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04250" y="1"/>
            <a:ext cx="3881460" cy="3493314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D7FA1F-8F6B-3C76-13EF-A9912F2F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260" y="2472079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V5</a:t>
            </a:r>
          </a:p>
        </p:txBody>
      </p:sp>
      <p:pic>
        <p:nvPicPr>
          <p:cNvPr id="31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00c551246940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3493314"/>
            <a:ext cx="3579962" cy="3364686"/>
          </a:xfrm>
          <a:prstGeom xmlns:a="http://schemas.openxmlformats.org/drawingml/2006/main" prst="rect">
            <a:avLst/>
          </a:prstGeom>
        </p:spPr>
      </p:pic>
      <p:pic>
        <p:nvPicPr>
          <p:cNvPr id="3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ce65bf13245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79963" y="3493314"/>
            <a:ext cx="3770070" cy="3364686"/>
          </a:xfrm>
          <a:prstGeom xmlns:a="http://schemas.openxmlformats.org/drawingml/2006/main" prst="rect">
            <a:avLst/>
          </a:prstGeom>
        </p:spPr>
      </p:pic>
      <p:pic>
        <p:nvPicPr>
          <p:cNvPr id="33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8a639917a542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1560" y="-30143"/>
            <a:ext cx="3756715" cy="3429001"/>
          </a:xfrm>
          <a:prstGeom xmlns:a="http://schemas.openxmlformats.org/drawingml/2006/main" prst="rect">
            <a:avLst/>
          </a:prstGeom>
        </p:spPr>
      </p:pic>
      <p:pic>
        <p:nvPicPr>
          <p:cNvPr id="34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e7635f43af40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64711" y="3390232"/>
            <a:ext cx="3723564" cy="3510320"/>
          </a:xfrm>
          <a:prstGeom xmlns:a="http://schemas.openxmlformats.org/drawingml/2006/main" prst="rect">
            <a:avLst/>
          </a:prstGeom>
        </p:spPr>
      </p:pic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FE291E3-6C29-7C6D-5328-2C534832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85710" cy="3493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168292C-1875-2485-848F-7049A146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3481427"/>
            <a:ext cx="7346619" cy="3376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1755962-E175-8C59-34AF-B7FA967C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126" y="-30146"/>
            <a:ext cx="3662482" cy="6888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345948-4891-4950-A33C-EB0EEF5C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52625"/>
            <a:ext cx="433387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7667625" y="1952625"/>
          <a:ext xmlns:a="http://schemas.openxmlformats.org/drawingml/2006/main" cx="4333875" cy="39052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428750"/>
                <a:gridCol w="2762250"/>
              </a:tblGrid>
              <a:tr h="55789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V5 adapter vs V4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slot/modul sensor pada PCB adapter.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OPA320 dan ADS1256 tidak ada pada adapter.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rail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PCF8574, TPS22919, dan TCA tidak ada pada adapter.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Sensor env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SHT40 tidak ada pada adapter.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tidak ada pada adapter.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Arti sistem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Bukan bukti sensor dihapus; V5 adalah board interface (E22, USB-UART, RS-485, OLED).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94087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028B9-5C26-4B4B-B262-BC44185F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A9FDA-7F5C-4DDB-8383-F8E49028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Perbandingan GLD V1–V5: Posisi Sensor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CEE77-3CFC-43DE-B48E-1EEF28B0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Versi visual dibandingkan dari artefak PCB yang tersedia. Detail mapping header yang lengkap hanya terverifikasi untuk GLD2.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23875" y="1143000"/>
          <a:ext xmlns:a="http://schemas.openxmlformats.org/drawingml/2006/main" cx="11144250" cy="48577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333500"/>
                <a:gridCol w="3524250"/>
                <a:gridCol w="3048000"/>
                <a:gridCol w="3238500"/>
              </a:tblGrid>
              <a:tr h="8096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Versi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Akuisisi / sensor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Perubahan board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Batas bukti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ADS1256, TCA9548A, MCP4725; blok analog OPA333/LM321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Baseline visual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mapping header lengkap yang dipasangkan ke slide V1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V2 / GLD2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8 slot: PCF+TPS22919, TCA, MCP4725, ADS1256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Pemetaan H2/H1/H3–H8 terverifikasi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Bukti wiring dan hasil nulling 8/8 pada COM3 historis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BOM IC utama sama dengan GLD2 source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penggantian IC utama yang ditemukan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menyamakan layout fisik tanpa source per-version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V4 / ATEX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Basis acquisition tetap sama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Fan GPIO7 pada profile firmware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Bukan bukti sertifikasi ATEX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muncul pada layout adapter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Adapter: E22/USB-UART/RS-485/OLED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boleh disimpulkan bahwa sensor module hilang dari sistem lengkap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34332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6A1CF2-EECA-631B-935A-4711EDF686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37D54F-FA0B-8219-D116-8F70A923FB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34491403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ddcaa640fc49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66698" cy="6858000"/>
          </a:xfrm>
          <a:prstGeom xmlns:a="http://schemas.openxmlformats.org/drawingml/2006/main" prst="rect">
            <a:avLst/>
          </a:prstGeom>
        </p:spPr>
      </p:pic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fc89450fd45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66698" y="0"/>
            <a:ext cx="166207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085AFDA-A827-58E7-2B17-4430ECD0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949" y="3347049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7844937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cb2a12f83d4a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0"/>
            <a:ext cx="6096000" cy="5903651"/>
          </a:xfrm>
          <a:prstGeom xmlns:a="http://schemas.openxmlformats.org/drawingml/2006/main" prst="rect">
            <a:avLst/>
          </a:prstGeom>
        </p:spPr>
      </p:pic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1551523a384c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3891" y="0"/>
            <a:ext cx="6308108" cy="5903651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5C5D6F-7AEB-FF0E-A675-FBF39970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369" y="6167887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7819817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30f248e94448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06947" cy="6858000"/>
          </a:xfrm>
          <a:prstGeom xmlns:a="http://schemas.openxmlformats.org/drawingml/2006/main" prst="rect">
            <a:avLst/>
          </a:prstGeom>
        </p:spPr>
      </p:pic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3b6f389f1b44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6947" y="0"/>
            <a:ext cx="1509076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D7AD532-AC21-DEF7-0FBC-8E37D3CA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913" y="3244334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V3</a:t>
            </a:r>
          </a:p>
        </p:txBody>
      </p:sp>
    </p:spTree>
    <p:extLst>
      <p:ext uri="{BB962C8B-B14F-4D97-AF65-F5344CB8AC3E}">
        <p14:creationId xmlns:p14="http://schemas.microsoft.com/office/powerpoint/2010/main" val="76002928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D1FBA8-70BF-444D-B908-51FE770B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98BF3-D291-4266-9AEF-D6C78977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Dari Sensor Module ke 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9D8C9-47EF-44B3-8461-7B8659A6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CH tidak membaca AIN/ADC sensor secara langsung; perannya adalah menerima dan meneruskan data GLD melalui radio E22.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9AECD-DE1C-46A5-A4F9-A2FC0C8E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7C4C78-1198-49D9-9BBD-7E75D5CE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518"/>
          </a:solidFill>
          <a:ln xmlns:a="http://schemas.openxmlformats.org/drawingml/2006/main" w="0">
            <a:solidFill>
              <a:srgbClr val="B8651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2AA29-E80A-4CE4-B862-452C6760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478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Sensor module ×8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2C4FFB-DD51-4D69-9611-A7ADF71C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71675"/>
            <a:ext cx="1885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Elemen MQ menghasilkan sinyal analog. EN, I2C cabang, dan AIN kembali ke motherboard GLD.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DBFB8-E46D-4EB5-B7B0-F46577DC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9800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D2127-F4D1-4C73-84C6-28605925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524000"/>
            <a:ext cx="238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B6A217-F29E-4556-B3DA-F5D3AF93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C96E35-2E6C-4BEB-81FA-283624D7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647825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acquisition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663277-D268-4441-8D2C-9E3A6387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971675"/>
            <a:ext cx="2076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PCF/TPS22919: daya; TCA/MCP: pilih &amp; nulling; ADS1256: konversi analog ke data; ESP32-S3: proses.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1C5296-0608-4956-9560-EC5C37FC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D1F569-6BEE-4714-9B33-8B81C2DA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24000"/>
            <a:ext cx="2000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E473A0-4DBB-41F2-9F47-3FE04498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59E64-5E75-43A5-8106-09D9AD06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64782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E22 pada GLD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711A90-3FFE-4362-BB53-49DB41F4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971675"/>
            <a:ext cx="1695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Radio membawa telemetri/data yang sudah dibentuk oleh GLD; bukan sinyal sensor analog.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5383CD-18FE-4B5A-AD7F-5B723EAE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11B57C-461A-4E86-9548-5E3FD1B7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524000"/>
            <a:ext cx="1238250" cy="1714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EECC1E-E989-4A73-8635-3F172B44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C79F1F-7044-4FBE-B5FC-0636F5C8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647825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C16AC3-1E9E-444B-AD35-B48993F0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971675"/>
            <a:ext cx="933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Dual E22 menerima/relay data.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29ECB1-A0CF-4DA7-8E35-FFFE12E6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38625"/>
            <a:ext cx="8953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842C5F-8D90-4970-A0BD-C7968614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38625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93EC68-3391-4E76-B5AC-80802116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62450"/>
            <a:ext cx="864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Bukti CH yang tersedia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AD6593-24C9-498A-9687-ACC2BC90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86300"/>
            <a:ext cx="86487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Source dualRadioCH_E220Ver4 membuktikan ESP32-S3, dua E22, BQ25185, TPS63020, TLV70233, TPL5010 dan CH340. Mapping radio/profile firmware ada, tetapi source tidak dipasangkan tegas ke gambar CH V1–V3 di deck.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843312-8F04-4ECD-8B0C-785327E1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531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2708A"/>
                </a:solidFill>
                <a:latin typeface="Aptos"/>
                <a:ea typeface="Aptos"/>
                <a:cs typeface="Aptos"/>
              </a:rPr>
              <a:t>Batas klaim: alur hardware/board source; tidak menyatakan keberhasilan komunikasi RF, relay CH, gateway, atau server di lapangan.</a:t>
            </a:r>
          </a:p>
        </p:txBody>
      </p:sp>
    </p:spTree>
    <p:extLst>
      <p:ext uri="{BB962C8B-B14F-4D97-AF65-F5344CB8AC3E}">
        <p14:creationId xmlns:p14="http://schemas.microsoft.com/office/powerpoint/2010/main" val="50449690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A8B4EB-0500-4DBF-802E-7AFB70E0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639D4-2C7F-4050-BF16-1347E658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Perbandingan CH V1–V3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C246C-68DA-4315-BBBD-BB303DEE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Peran CH terhadap sensor: menerima paket LoRa dari GLD; tidak berfungsi sebagai ADC/board sensor module.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23875" y="1190625"/>
          <a:ext xmlns:a="http://schemas.openxmlformats.org/drawingml/2006/main" cx="11144250" cy="45720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571625"/>
                <a:gridCol w="3714750"/>
                <a:gridCol w="3286125"/>
                <a:gridCol w="2571750"/>
              </a:tblGrid>
              <a:tr h="9144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Versi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Bukti di deck/repo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Hubungan ke sensor module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Status teknis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CH V1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Gambar 3D tersedia; tidak ada PCB JSON/BOM yang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Menerima data GLD via radio (fungsi per-IC belum dapat dipetakan)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Perubahan IC belum terverifikasi</a:t>
                      </a:r>
                    </a:p>
                  </a:txBody>
                  <a:tcPr marL="91440" marR="91440" marT="45720" marB="45720"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CH V2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Gambar 3D tersedia; tidak ada PCB JSON/BOM yang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berada setelah GLD/E22 dalam rantai 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Perubahan IC belum terverifikasi</a:t>
                      </a:r>
                    </a:p>
                  </a:txBody>
                  <a:tcPr marL="91440" marR="91440" marT="45720" marB="45720"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CH V3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Gambar 3D tersedia; tidak ada PCB JSON/BOM yang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bukan jalur analog atau pengendali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Perubahan IC belum terverifikasi</a:t>
                      </a:r>
                    </a:p>
                  </a:txBody>
                  <a:tcPr marL="91440" marR="91440" marT="45720" marB="45720"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Source CH E220 Ver4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ESP32-S3, 2×E22, BQ25185, TPS63020, TLV70233, TPL5010, CH340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Menerima/relay paket LoRa yang dikirim GLD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Referensi board source; bukan pemetaan pasti ke V1–V3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E36ED-1FE3-48F1-9E84-183A56DB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00750"/>
            <a:ext cx="10477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BC37D-DB37-452E-AC8E-57255D90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76950"/>
            <a:ext cx="1021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6324A"/>
                </a:solidFill>
                <a:latin typeface="Aptos"/>
                <a:ea typeface="Aptos"/>
                <a:cs typeface="Aptos"/>
              </a:rPr>
              <a:t>Agar perbandingan CH V1–V3 menjadi pasti, diperlukan source EasyEDA/PCB JSON atau BOM yang secara eksplisit menyebut masing-masing versi tersebut.</a:t>
            </a:r>
          </a:p>
        </p:txBody>
      </p:sp>
    </p:spTree>
    <p:extLst>
      <p:ext uri="{BB962C8B-B14F-4D97-AF65-F5344CB8AC3E}">
        <p14:creationId xmlns:p14="http://schemas.microsoft.com/office/powerpoint/2010/main" val="108751758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2026-10-02T04:40:01.4430000Z</dcterms:created>
  <dcterms:modified xsi:type="dcterms:W3CDTF">2026-10-02T04:40:01.4430000Z</dcterms:modified>
</coreProperties>
</file>