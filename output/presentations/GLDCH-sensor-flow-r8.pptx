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58f0bc85b34207" /><Relationship Type="http://schemas.openxmlformats.org/officeDocument/2006/relationships/extended-properties" Target="/docProps/app.xml" Id="R2b606f0be7264f93" /><Relationship Type="http://schemas.openxmlformats.org/officeDocument/2006/relationships/officeDocument" Target="/ppt/presentation.xml" Id="Rfa269814a046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4c9e2bd1824344"/>
  </p:sldMasterIdLst>
  <p:notesMasterIdLst>
    <p:notesMasterId xmlns:r="http://schemas.openxmlformats.org/officeDocument/2006/relationships" r:id="Rbeaf1b47d018491e"/>
  </p:notesMasterIdLst>
  <p:sldIdLst>
    <p:sldId xmlns:r="http://schemas.openxmlformats.org/officeDocument/2006/relationships" id="256" r:id="Rd500d7c64814475b"/>
    <p:sldId xmlns:r="http://schemas.openxmlformats.org/officeDocument/2006/relationships" id="257" r:id="Ra59fa39a537b4acf"/>
    <p:sldId xmlns:r="http://schemas.openxmlformats.org/officeDocument/2006/relationships" id="258" r:id="Rcfb91bb9b4684723"/>
    <p:sldId xmlns:r="http://schemas.openxmlformats.org/officeDocument/2006/relationships" id="259" r:id="R0c43baea42824e21"/>
    <p:sldId xmlns:r="http://schemas.openxmlformats.org/officeDocument/2006/relationships" id="260" r:id="Rdbccbb8903fd422b"/>
    <p:sldId xmlns:r="http://schemas.openxmlformats.org/officeDocument/2006/relationships" id="261" r:id="Raf8b7e1acb394256"/>
    <p:sldId xmlns:r="http://schemas.openxmlformats.org/officeDocument/2006/relationships" id="262" r:id="R013bacac6e02436f"/>
    <p:sldId xmlns:r="http://schemas.openxmlformats.org/officeDocument/2006/relationships" id="263" r:id="R2d3be2e4ade645c7"/>
    <p:sldId xmlns:r="http://schemas.openxmlformats.org/officeDocument/2006/relationships" id="264" r:id="Ra07fabe3d06d4e39"/>
    <p:sldId xmlns:r="http://schemas.openxmlformats.org/officeDocument/2006/relationships" id="265" r:id="R19de2fec307c4d86"/>
    <p:sldId xmlns:r="http://schemas.openxmlformats.org/officeDocument/2006/relationships" id="266" r:id="Rcc2a51d7a2e14dc7"/>
    <p:sldId xmlns:r="http://schemas.openxmlformats.org/officeDocument/2006/relationships" id="267" r:id="Re081c059a5cd48af"/>
    <p:sldId xmlns:r="http://schemas.openxmlformats.org/officeDocument/2006/relationships" id="268" r:id="Rf62df42db7324533"/>
    <p:sldId xmlns:r="http://schemas.openxmlformats.org/officeDocument/2006/relationships" id="269" r:id="Rb09e94b8405f4d64"/>
    <p:sldId xmlns:r="http://schemas.openxmlformats.org/officeDocument/2006/relationships" id="270" r:id="R831ce868bed44e6e"/>
    <p:sldId xmlns:r="http://schemas.openxmlformats.org/officeDocument/2006/relationships" id="271" r:id="R4771675f450443d5"/>
    <p:sldId xmlns:r="http://schemas.openxmlformats.org/officeDocument/2006/relationships" id="272" r:id="R0cd251972beb49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a82c426ce240f5" /><Relationship Type="http://schemas.openxmlformats.org/officeDocument/2006/relationships/slideMaster" Target="/ppt/slideMasters/slideMaster1.xml" Id="R234c9e2bd1824344" /><Relationship Type="http://schemas.openxmlformats.org/officeDocument/2006/relationships/notesMaster" Target="/ppt/notesMasters/notesMaster1.xml" Id="Rbeaf1b47d018491e" /><Relationship Type="http://schemas.openxmlformats.org/officeDocument/2006/relationships/presProps" Target="/ppt/presProps.xml" Id="Rbe13034e91464037" /><Relationship Type="http://schemas.openxmlformats.org/officeDocument/2006/relationships/viewProps" Target="/ppt/viewProps.xml" Id="R111e0946e3c345cb" /><Relationship Type="http://schemas.openxmlformats.org/officeDocument/2006/relationships/tableStyles" Target="/ppt/tableStyles.xml" Id="Raac4d05d65b5450b" /><Relationship Type="http://schemas.openxmlformats.org/officeDocument/2006/relationships/slide" Target="/ppt/slides/slide1.xml" Id="Rd500d7c64814475b" /><Relationship Type="http://schemas.openxmlformats.org/officeDocument/2006/relationships/slide" Target="/ppt/slides/slide2.xml" Id="Ra59fa39a537b4acf" /><Relationship Type="http://schemas.openxmlformats.org/officeDocument/2006/relationships/slide" Target="/ppt/slides/slide3.xml" Id="Rcfb91bb9b4684723" /><Relationship Type="http://schemas.openxmlformats.org/officeDocument/2006/relationships/slide" Target="/ppt/slides/slide4.xml" Id="R0c43baea42824e21" /><Relationship Type="http://schemas.openxmlformats.org/officeDocument/2006/relationships/slide" Target="/ppt/slides/slide5.xml" Id="Rdbccbb8903fd422b" /><Relationship Type="http://schemas.openxmlformats.org/officeDocument/2006/relationships/slide" Target="/ppt/slides/slide6.xml" Id="Raf8b7e1acb394256" /><Relationship Type="http://schemas.openxmlformats.org/officeDocument/2006/relationships/slide" Target="/ppt/slides/slide7.xml" Id="R013bacac6e02436f" /><Relationship Type="http://schemas.openxmlformats.org/officeDocument/2006/relationships/slide" Target="/ppt/slides/slide8.xml" Id="R2d3be2e4ade645c7" /><Relationship Type="http://schemas.openxmlformats.org/officeDocument/2006/relationships/slide" Target="/ppt/slides/slide9.xml" Id="Ra07fabe3d06d4e39" /><Relationship Type="http://schemas.openxmlformats.org/officeDocument/2006/relationships/slide" Target="/ppt/slides/slide10.xml" Id="R19de2fec307c4d86" /><Relationship Type="http://schemas.openxmlformats.org/officeDocument/2006/relationships/slide" Target="/ppt/slides/slide11.xml" Id="Rcc2a51d7a2e14dc7" /><Relationship Type="http://schemas.openxmlformats.org/officeDocument/2006/relationships/slide" Target="/ppt/slides/slide12.xml" Id="Re081c059a5cd48af" /><Relationship Type="http://schemas.openxmlformats.org/officeDocument/2006/relationships/slide" Target="/ppt/slides/slide13.xml" Id="Rf62df42db7324533" /><Relationship Type="http://schemas.openxmlformats.org/officeDocument/2006/relationships/slide" Target="/ppt/slides/slide14.xml" Id="Rb09e94b8405f4d64" /><Relationship Type="http://schemas.openxmlformats.org/officeDocument/2006/relationships/slide" Target="/ppt/slides/slide15.xml" Id="R831ce868bed44e6e" /><Relationship Type="http://schemas.openxmlformats.org/officeDocument/2006/relationships/slide" Target="/ppt/slides/slide16.xml" Id="R4771675f450443d5" /><Relationship Type="http://schemas.openxmlformats.org/officeDocument/2006/relationships/slide" Target="/ppt/slides/slide17.xml" Id="R0cd251972beb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9d80297003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53ec359d114708" /><Relationship Type="http://schemas.openxmlformats.org/officeDocument/2006/relationships/notesMaster" Target="/ppt/notesMasters/notesMaster1.xml" Id="Rfb62a6ec9976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f44553a3db4ef1" /><Relationship Type="http://schemas.openxmlformats.org/officeDocument/2006/relationships/notesMaster" Target="/ppt/notesMasters/notesMaster1.xml" Id="R7fb3ca75e8e14d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2273e40aa246ad" /><Relationship Type="http://schemas.openxmlformats.org/officeDocument/2006/relationships/notesMaster" Target="/ppt/notesMasters/notesMaster1.xml" Id="R36920badcd44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ca13642f1a476b" /><Relationship Type="http://schemas.openxmlformats.org/officeDocument/2006/relationships/notesMaster" Target="/ppt/notesMasters/notesMaster1.xml" Id="Rcbbf583a63684b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e3b77cb23347cb" /><Relationship Type="http://schemas.openxmlformats.org/officeDocument/2006/relationships/notesMaster" Target="/ppt/notesMasters/notesMaster1.xml" Id="Rb26f65d715a849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9f53682f204120" /><Relationship Type="http://schemas.openxmlformats.org/officeDocument/2006/relationships/notesMaster" Target="/ppt/notesMasters/notesMaster1.xml" Id="R7d6d939c0b9545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e4c220516d43fe" /><Relationship Type="http://schemas.openxmlformats.org/officeDocument/2006/relationships/notesMaster" Target="/ppt/notesMasters/notesMaster1.xml" Id="R44a63f4b33d84d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5b13c7a79e4573" /><Relationship Type="http://schemas.openxmlformats.org/officeDocument/2006/relationships/notesMaster" Target="/ppt/notesMasters/notesMaster1.xml" Id="Rc9abbfca8e6743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65e6d8f7964fa5" /><Relationship Type="http://schemas.openxmlformats.org/officeDocument/2006/relationships/notesMaster" Target="/ppt/notesMasters/notesMaster1.xml" Id="R049372d40c7642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dfe341fa0c4e5c" /><Relationship Type="http://schemas.openxmlformats.org/officeDocument/2006/relationships/notesMaster" Target="/ppt/notesMasters/notesMaster1.xml" Id="R278bc429f80943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09fec300234a65" /><Relationship Type="http://schemas.openxmlformats.org/officeDocument/2006/relationships/notesMaster" Target="/ppt/notesMasters/notesMaster1.xml" Id="R5acb4adc7a284a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9c9fdd8f604e16" /><Relationship Type="http://schemas.openxmlformats.org/officeDocument/2006/relationships/notesMaster" Target="/ppt/notesMasters/notesMaster1.xml" Id="Rcf308bf2150047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6baca57b5f428d" /><Relationship Type="http://schemas.openxmlformats.org/officeDocument/2006/relationships/notesMaster" Target="/ppt/notesMasters/notesMaster1.xml" Id="R496689f6f7f04a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7418965fd5403f" /><Relationship Type="http://schemas.openxmlformats.org/officeDocument/2006/relationships/notesMaster" Target="/ppt/notesMasters/notesMaster1.xml" Id="R999934bef6094a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57ddde49384f35" /><Relationship Type="http://schemas.openxmlformats.org/officeDocument/2006/relationships/notesMaster" Target="/ppt/notesMasters/notesMaster1.xml" Id="Rd87a5f4089b24a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b5e2c98be54013" /><Relationship Type="http://schemas.openxmlformats.org/officeDocument/2006/relationships/notesMaster" Target="/ppt/notesMasters/notesMaster1.xml" Id="R644c68508f3f41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bda24d94524489" /><Relationship Type="http://schemas.openxmlformats.org/officeDocument/2006/relationships/notesMaster" Target="/ppt/notesMasters/notesMaster1.xml" Id="R593843358df4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5d9980f6342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649de7f624c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5beb606904a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8991d329747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5cfc92ba04f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31a82658f4c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8004128904ed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9f154371142a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397147dcb442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cec2c811b4fd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f86270cdd43e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21f97e50b04a21" /><Relationship Type="http://schemas.openxmlformats.org/officeDocument/2006/relationships/slideLayout" Target="/ppt/slideLayouts/slideLayout1.xml" Id="Rc919beaf5c1b4ac7" /><Relationship Type="http://schemas.openxmlformats.org/officeDocument/2006/relationships/slideLayout" Target="/ppt/slideLayouts/slideLayout2.xml" Id="R9260cf8437c64d7a" /><Relationship Type="http://schemas.openxmlformats.org/officeDocument/2006/relationships/slideLayout" Target="/ppt/slideLayouts/slideLayout3.xml" Id="Rbcd62cf89ecc4e25" /><Relationship Type="http://schemas.openxmlformats.org/officeDocument/2006/relationships/slideLayout" Target="/ppt/slideLayouts/slideLayout4.xml" Id="R141cf1ef642a40f5" /><Relationship Type="http://schemas.openxmlformats.org/officeDocument/2006/relationships/slideLayout" Target="/ppt/slideLayouts/slideLayout5.xml" Id="R72f5f1e2e3e64c08" /><Relationship Type="http://schemas.openxmlformats.org/officeDocument/2006/relationships/slideLayout" Target="/ppt/slideLayouts/slideLayout6.xml" Id="R94b4b6d124a940aa" /><Relationship Type="http://schemas.openxmlformats.org/officeDocument/2006/relationships/slideLayout" Target="/ppt/slideLayouts/slideLayout7.xml" Id="Rdd33bcf49bf24c02" /><Relationship Type="http://schemas.openxmlformats.org/officeDocument/2006/relationships/slideLayout" Target="/ppt/slideLayouts/slideLayout8.xml" Id="R93827f37fb064b07" /><Relationship Type="http://schemas.openxmlformats.org/officeDocument/2006/relationships/slideLayout" Target="/ppt/slideLayouts/slideLayout9.xml" Id="Re97a51c5fe9c441c" /><Relationship Type="http://schemas.openxmlformats.org/officeDocument/2006/relationships/slideLayout" Target="/ppt/slideLayouts/slideLayout10.xml" Id="Rf47d52b235524e53" /><Relationship Type="http://schemas.openxmlformats.org/officeDocument/2006/relationships/slideLayout" Target="/ppt/slideLayouts/slideLayout11.xml" Id="Ra6cd124ea92f416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19beaf5c1b4ac7"/>
    <p:sldLayoutId xmlns:r="http://schemas.openxmlformats.org/officeDocument/2006/relationships" id="2147483650" r:id="R9260cf8437c64d7a"/>
    <p:sldLayoutId xmlns:r="http://schemas.openxmlformats.org/officeDocument/2006/relationships" id="2147483651" r:id="Rbcd62cf89ecc4e25"/>
    <p:sldLayoutId xmlns:r="http://schemas.openxmlformats.org/officeDocument/2006/relationships" id="2147483652" r:id="R141cf1ef642a40f5"/>
    <p:sldLayoutId xmlns:r="http://schemas.openxmlformats.org/officeDocument/2006/relationships" id="2147483653" r:id="R72f5f1e2e3e64c08"/>
    <p:sldLayoutId xmlns:r="http://schemas.openxmlformats.org/officeDocument/2006/relationships" id="2147483654" r:id="R94b4b6d124a940aa"/>
    <p:sldLayoutId xmlns:r="http://schemas.openxmlformats.org/officeDocument/2006/relationships" id="2147483655" r:id="Rdd33bcf49bf24c02"/>
    <p:sldLayoutId xmlns:r="http://schemas.openxmlformats.org/officeDocument/2006/relationships" id="2147483656" r:id="R93827f37fb064b07"/>
    <p:sldLayoutId xmlns:r="http://schemas.openxmlformats.org/officeDocument/2006/relationships" id="2147483657" r:id="Re97a51c5fe9c441c"/>
    <p:sldLayoutId xmlns:r="http://schemas.openxmlformats.org/officeDocument/2006/relationships" id="2147483658" r:id="Rf47d52b235524e53"/>
    <p:sldLayoutId xmlns:r="http://schemas.openxmlformats.org/officeDocument/2006/relationships" id="2147483659" r:id="Ra6cd124ea92f416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dfef69c90d4665" /><Relationship Type="http://schemas.openxmlformats.org/officeDocument/2006/relationships/notesSlide" Target="/ppt/notesSlides/notesSlide1.xml" Id="R03f379a229274d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72c092cce48be" /><Relationship Type="http://schemas.openxmlformats.org/officeDocument/2006/relationships/image" Target="/ppt/media/image.png" Id="R0e0e0027b7c4417d" /><Relationship Type="http://schemas.openxmlformats.org/officeDocument/2006/relationships/image" Target="/ppt/media/image2.png" Id="R7f307cc5316e4357" /><Relationship Type="http://schemas.openxmlformats.org/officeDocument/2006/relationships/notesSlide" Target="/ppt/notesSlides/notesSlide2.xml" Id="Ra0c0698c96ab46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1d4df237f34156" /><Relationship Type="http://schemas.openxmlformats.org/officeDocument/2006/relationships/notesSlide" Target="/ppt/notesSlides/notesSlide3.xml" Id="R85c5efdb553e46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88ddbad594652" /><Relationship Type="http://schemas.openxmlformats.org/officeDocument/2006/relationships/image" Target="/ppt/media/image3.png" Id="Rd36836fd828c4282" /><Relationship Type="http://schemas.openxmlformats.org/officeDocument/2006/relationships/image" Target="/ppt/media/image4.png" Id="R234b1a75f95d4489" /><Relationship Type="http://schemas.openxmlformats.org/officeDocument/2006/relationships/notesSlide" Target="/ppt/notesSlides/notesSlide4.xml" Id="R4f8c6ca8302244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bd8be11cee4b07" /><Relationship Type="http://schemas.openxmlformats.org/officeDocument/2006/relationships/notesSlide" Target="/ppt/notesSlides/notesSlide5.xml" Id="R5f585efff10e40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9657dd754548e5" /><Relationship Type="http://schemas.openxmlformats.org/officeDocument/2006/relationships/image" Target="/ppt/media/image5.png" Id="Rd708789b9f7e4b62" /><Relationship Type="http://schemas.openxmlformats.org/officeDocument/2006/relationships/image" Target="/ppt/media/image6.png" Id="R9e0974f265a8491a" /><Relationship Type="http://schemas.openxmlformats.org/officeDocument/2006/relationships/notesSlide" Target="/ppt/notesSlides/notesSlide6.xml" Id="Rd340a80e86eb4b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7f6f7884f94009" /><Relationship Type="http://schemas.openxmlformats.org/officeDocument/2006/relationships/notesSlide" Target="/ppt/notesSlides/notesSlide7.xml" Id="Ra49c3fc933aa45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4be97c683d4edd" /><Relationship Type="http://schemas.openxmlformats.org/officeDocument/2006/relationships/image" Target="/ppt/media/image7.png" Id="Refa4f54b7f074444" /><Relationship Type="http://schemas.openxmlformats.org/officeDocument/2006/relationships/image" Target="/ppt/media/image8.png" Id="R20b2e6cd9f014844" /><Relationship Type="http://schemas.openxmlformats.org/officeDocument/2006/relationships/notesSlide" Target="/ppt/notesSlides/notesSlide8.xml" Id="Re24b52f973994a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fc6dbe6c1243d9" /><Relationship Type="http://schemas.openxmlformats.org/officeDocument/2006/relationships/image" Target="/ppt/media/image9.png" Id="R0e0f51c26e4c4d7b" /><Relationship Type="http://schemas.openxmlformats.org/officeDocument/2006/relationships/image" Target="/ppt/media/image10.png" Id="Rb99efb1463bd4dec" /><Relationship Type="http://schemas.openxmlformats.org/officeDocument/2006/relationships/image" Target="/ppt/media/image11.png" Id="R2aabded3c1a4473d" /><Relationship Type="http://schemas.openxmlformats.org/officeDocument/2006/relationships/image" Target="/ppt/media/image12.png" Id="R2e4ee60a7f464d5c" /><Relationship Type="http://schemas.openxmlformats.org/officeDocument/2006/relationships/notesSlide" Target="/ppt/notesSlides/notesSlide9.xml" Id="Rb9fbb9c5629044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15dcc56f3e468a" /><Relationship Type="http://schemas.openxmlformats.org/officeDocument/2006/relationships/image" Target="/ppt/media/image13.png" Id="R43aa5fa664574b90" /><Relationship Type="http://schemas.openxmlformats.org/officeDocument/2006/relationships/image" Target="/ppt/media/image14.png" Id="R6d7beb86bb3145e0" /><Relationship Type="http://schemas.openxmlformats.org/officeDocument/2006/relationships/image" Target="/ppt/media/image15.png" Id="Ra96608fb97594919" /><Relationship Type="http://schemas.openxmlformats.org/officeDocument/2006/relationships/image" Target="/ppt/media/image16.png" Id="R758aa8b28de947db" /><Relationship Type="http://schemas.openxmlformats.org/officeDocument/2006/relationships/image" Target="/ppt/media/image17.png" Id="R9f0442c39a924109" /><Relationship Type="http://schemas.openxmlformats.org/officeDocument/2006/relationships/image" Target="/ppt/media/image18.png" Id="R0990b62098c3420c" /><Relationship Type="http://schemas.openxmlformats.org/officeDocument/2006/relationships/notesSlide" Target="/ppt/notesSlides/notesSlide10.xml" Id="R2d56a1b518064f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668514bf3f417b" /><Relationship Type="http://schemas.openxmlformats.org/officeDocument/2006/relationships/notesSlide" Target="/ppt/notesSlides/notesSlide11.xml" Id="Ra3d39509615644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f6fd42c1b7474c" /><Relationship Type="http://schemas.openxmlformats.org/officeDocument/2006/relationships/notesSlide" Target="/ppt/notesSlides/notesSlide12.xml" Id="Rb0576366b91949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29487cb165414a" /><Relationship Type="http://schemas.openxmlformats.org/officeDocument/2006/relationships/image" Target="/ppt/media/image19.png" Id="R940723d49a7f4bb2" /><Relationship Type="http://schemas.openxmlformats.org/officeDocument/2006/relationships/image" Target="/ppt/media/image20.png" Id="R80db511c13fa4079" /><Relationship Type="http://schemas.openxmlformats.org/officeDocument/2006/relationships/notesSlide" Target="/ppt/notesSlides/notesSlide13.xml" Id="R279ad156c98943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04320c28904158" /><Relationship Type="http://schemas.openxmlformats.org/officeDocument/2006/relationships/image" Target="/ppt/media/image21.png" Id="R2ee0c03b790743d8" /><Relationship Type="http://schemas.openxmlformats.org/officeDocument/2006/relationships/image" Target="/ppt/media/image22.png" Id="R6df744006944430c" /><Relationship Type="http://schemas.openxmlformats.org/officeDocument/2006/relationships/notesSlide" Target="/ppt/notesSlides/notesSlide14.xml" Id="Rd8c9a2a6ba0f45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3ea1793df047db" /><Relationship Type="http://schemas.openxmlformats.org/officeDocument/2006/relationships/image" Target="/ppt/media/image23.png" Id="R18504413d0df4666" /><Relationship Type="http://schemas.openxmlformats.org/officeDocument/2006/relationships/image" Target="/ppt/media/image24.png" Id="R191c0f82c7b04d22" /><Relationship Type="http://schemas.openxmlformats.org/officeDocument/2006/relationships/notesSlide" Target="/ppt/notesSlides/notesSlide15.xml" Id="R2262a5bc430f4b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2bbb32b65e49bb" /><Relationship Type="http://schemas.openxmlformats.org/officeDocument/2006/relationships/notesSlide" Target="/ppt/notesSlides/notesSlide16.xml" Id="Rdc872fd256b845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85239950a433b" /><Relationship Type="http://schemas.openxmlformats.org/officeDocument/2006/relationships/notesSlide" Target="/ppt/notesSlides/notesSlide17.xml" Id="R79fd732e853b43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e0027b7c441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07cc5316e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5476875"/>
          <a:ext xmlns:a="http://schemas.openxmlformats.org/drawingml/2006/main" cx="11525250" cy="1285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19250"/>
                <a:gridCol w="9906000"/>
              </a:tblGrid>
              <a:tr h="2571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— baseline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footprint/sirkuit sensor menyatu pada motherboard (gambar PCB); MCP4725 terdapat di source V1.</a:t>
                      </a:r>
                    </a:p>
                  </a:txBody>
                  <a:tcPr marL="91440" marR="91440" marT="45720" marB="45720"/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LM321.</a:t>
                      </a:r>
                    </a:p>
                  </a:txBody>
                  <a:tcPr marL="91440" marR="91440" marT="45720" marB="45720"/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dan SHT40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Tersedia pada source V1 untuk blok analog.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836fd828c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b1a75f95d44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64B590-F9F5-46A3-BF32-B2D86AEB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2A57B-B9EC-4B9C-B442-24B74C4B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1C26A-5024-4102-9319-3CB765FD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D3B8D-7D97-456A-A2E4-A0EDF5F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16B10-1D06-4F54-9954-7A058D7D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18212-A9C7-41A6-83B6-52067089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9AA1A-566C-48C9-81C3-241F429C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84A74-8EED-43BC-A4D8-B402B5E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09020-3261-497D-B337-A874C260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35D14-6B20-4D7E-9AF9-963090DB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48024-F10C-4A19-8925-2CA2B6D8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F77C2-3502-40BB-9C2E-28FFB2FF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A21A5-5487-4438-8E50-D0CE7F76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7DD32-DF42-486A-8593-835702B9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B9D1D-5518-46C1-9E6E-CA196C96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7314C-9443-4E9F-AC30-82FCDFB0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BA0F7-E653-444A-8DAC-3411D091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35A16-0C57-40B9-8028-67DE7CB6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612EF-90A9-40E1-B8E5-3E61E036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B33E3-076E-4430-BBFE-BFF6839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343E2-AE55-4FC5-9B7B-D4A0A42B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377C1-2C2B-41AE-8E20-D3049167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6DABD-F745-4EA3-B285-996DC75D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A3997-C536-415C-AC9E-290FC238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D0D89-34BF-4C7C-80AC-A6FD48D4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10471-07C7-41E3-9068-BC048B7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FD6FF8-B097-4AF3-914F-BE3F2FB7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80314-CA9D-4B1C-B02D-3AEC216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D1B6D3-D653-4869-925F-10CEBBA2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5E117E-6603-441B-9788-7C7E10F6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AF38A-D320-4FD0-A6A0-99EA583F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D1568-0E2C-4476-AA62-E9784A0A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12820096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8789b9f7e4b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974f265a849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333375" y="5095875"/>
          <a:ext xmlns:a="http://schemas.openxmlformats.org/drawingml/2006/main" cx="11525250" cy="1666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77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Terpisah sebagai sensor module eksternal melalui H2/H1/H3–H8.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OPA320; ADS1256 tetap membaca AIN0–AIN7.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P0–P7 → EN0–EN7; TPS22919 mengendalikan rail sensor.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pada root I2C 0x44.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ada; MCP di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tetap ada; MCP4725 berada per module dan dipilih via TCA 0x71.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FF014-3F0A-461D-AAAF-70D3DE99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77443-CC47-4EE3-BECC-70B408F1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A1B5B-A5CE-4977-A5F0-975130C3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9A0F2-083C-41C5-AF44-D7E0198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E29C0-E26E-407B-AA55-CC248691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8754807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4f54b7f07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2e6cd9f0148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333375" y="5334000"/>
          <a:ext xmlns:a="http://schemas.openxmlformats.org/drawingml/2006/main" cx="11525250" cy="142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85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 via H2/H1/H3–H8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I2C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+5VA, TCA9548A, 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Blok acquisition utama sama pada source; tidak ada IC baru yang ditemukan.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f51c26e4c4d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efb1463bd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bded3c1a4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ee60a7f464d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7" name=""/>
          <p:cNvGraphicFramePr/>
          <p:nvPr/>
        </p:nvGraphicFramePr>
        <p:xfrm>
          <a:off xmlns:a="http://schemas.openxmlformats.org/drawingml/2006/main" x="238125" y="3810000"/>
          <a:ext xmlns:a="http://schemas.openxmlformats.org/drawingml/2006/main" cx="8143875" cy="2762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81125"/>
                <a:gridCol w="2381250"/>
                <a:gridCol w="4238625"/>
              </a:tblGrid>
              <a:tr h="460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+5VA; TCA/MCP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basis acquisition yang sama.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Profile firmware menambah jalur kontrol fan GPIO7; bukan bukti sertifikasi ATEX.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a5fa66457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beb86bb31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608fb97594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aa8b28de9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442c39a9241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0b62098c342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7667625" y="2781300"/>
          <a:ext xmlns:a="http://schemas.openxmlformats.org/drawingml/2006/main" cx="4333875" cy="38862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2762250"/>
              </a:tblGrid>
              <a:tr h="5551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V5 adapter vs V4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slot/modul sensor pada PCB adapter.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dan ADS1256 tidak ada pada adapter.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PCF8574, TPS22919, dan TCA tidak ada pada adapter.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 pada adapter.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tidak ada pada adapter.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Arti sistem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sensor dihapus; V5 adalah board interface (E22, USB-UART, RS-485, OLED).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D1FE7-E551-4714-9C28-D6E60BA1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66ED3-28F8-478C-92B3-61309CC3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3EF76-AD51-44D8-A7FA-6F44EF30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blok analog OPA333/LM321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Baseline visual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slot: PCF+TPS22919, TCA, MCP4725,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IC utama sama dengan GLD2 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utama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Basis acquisition tetap sama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muncul pada layout adapter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5905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723d49a7f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b511c13fa40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0c03b790743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74400694443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04413d0df46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c0f82c7b04d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F4BA3-1DA8-4C20-81FF-48BB8ABB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72A1B-4FC7-4F2A-93FC-66E92E55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E97BA-A573-4D1D-BAE3-3A46090C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BD869-93B5-4D69-8BF6-142CC02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02724-CFC4-43E3-9AC2-BA2E1F3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8E711-F449-4946-BA87-2B64999B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3A5DA-72C9-40AE-BB1A-58D14C2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3D067-DD02-4FEE-AA86-6658DCA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EFF78-B1AD-42EC-9360-69E7D327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06A35-CC07-4217-85D1-B4904E19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C7FB7-9A28-46EE-8AC4-8186AC00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6710D-318A-4733-AAFD-AE99638B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C4D67-4982-41EA-8291-AAB8FB84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DDC40-C0B9-42E6-B2EB-92B5A1BD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623E4-6FF0-4ED1-A154-DF56E65A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E1D81-11EB-4B49-8437-0BE8B05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45F0B-332C-49CA-B50D-A8F49478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A9482-818C-4CAE-9D7F-F114CEE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D433D-343C-49CC-AA81-60464EC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EEAC3-AE1C-436E-81D1-0A005DF4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A4CE6-AE84-4B6C-B0D5-F284DE96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67AA9-A0EF-46FA-910E-4469224B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 menerima/relay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C87B6-98A3-43DF-9893-1CF97D45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72560-3D5A-46B6-B946-E0C909C1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6B679-F65A-4736-A752-BB5F899C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7371F-2527-46AB-B3FE-09D9FD72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0EA2AF-AAC4-43CA-BFB5-A55FC14F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16076410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67D6D-1A49-4629-A186-518CCD7C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94215-62B5-4AE3-A9C1-CB75C543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B0E8C-3963-4CBF-8CFB-4DFD5473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Referensi board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B7A85-86B7-44AD-9920-A513B1FE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6F33-8A33-42CE-A9D0-43F4022F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122247125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2026-10-02T04:38:19.3320000Z</dcterms:created>
  <dcterms:modified xsi:type="dcterms:W3CDTF">2026-10-02T04:38:19.3320000Z</dcterms:modified>
</coreProperties>
</file>