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e38ceaf8c4e03" /><Relationship Type="http://schemas.openxmlformats.org/officeDocument/2006/relationships/extended-properties" Target="/docProps/app.xml" Id="R7f128d52cdcc46ac" /><Relationship Type="http://schemas.openxmlformats.org/officeDocument/2006/relationships/officeDocument" Target="/ppt/presentation.xml" Id="Rcd870f933847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3cad916524df6"/>
  </p:sldMasterIdLst>
  <p:notesMasterIdLst>
    <p:notesMasterId xmlns:r="http://schemas.openxmlformats.org/officeDocument/2006/relationships" r:id="R541bce3934e046e4"/>
  </p:notesMasterIdLst>
  <p:sldIdLst>
    <p:sldId xmlns:r="http://schemas.openxmlformats.org/officeDocument/2006/relationships" id="256" r:id="Rf7b760d251c54496"/>
    <p:sldId xmlns:r="http://schemas.openxmlformats.org/officeDocument/2006/relationships" id="257" r:id="R263edf199e914c9e"/>
    <p:sldId xmlns:r="http://schemas.openxmlformats.org/officeDocument/2006/relationships" id="258" r:id="R8883126ddfff489f"/>
    <p:sldId xmlns:r="http://schemas.openxmlformats.org/officeDocument/2006/relationships" id="259" r:id="R8342184265604a6f"/>
    <p:sldId xmlns:r="http://schemas.openxmlformats.org/officeDocument/2006/relationships" id="260" r:id="R662a52599f17400a"/>
    <p:sldId xmlns:r="http://schemas.openxmlformats.org/officeDocument/2006/relationships" id="261" r:id="Rd1f035d4ba314bb6"/>
    <p:sldId xmlns:r="http://schemas.openxmlformats.org/officeDocument/2006/relationships" id="262" r:id="Ra42d59cf1b684527"/>
    <p:sldId xmlns:r="http://schemas.openxmlformats.org/officeDocument/2006/relationships" id="263" r:id="R557ed0b28e154a7b"/>
    <p:sldId xmlns:r="http://schemas.openxmlformats.org/officeDocument/2006/relationships" id="264" r:id="R934baf63da9b4f52"/>
    <p:sldId xmlns:r="http://schemas.openxmlformats.org/officeDocument/2006/relationships" id="265" r:id="R434c216022b5430a"/>
    <p:sldId xmlns:r="http://schemas.openxmlformats.org/officeDocument/2006/relationships" id="266" r:id="R893ed91f092945d6"/>
    <p:sldId xmlns:r="http://schemas.openxmlformats.org/officeDocument/2006/relationships" id="267" r:id="Rf59038b32d904354"/>
    <p:sldId xmlns:r="http://schemas.openxmlformats.org/officeDocument/2006/relationships" id="268" r:id="R411f8288d8764f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863577187844af" /><Relationship Type="http://schemas.openxmlformats.org/officeDocument/2006/relationships/slideMaster" Target="/ppt/slideMasters/slideMaster1.xml" Id="R4e43cad916524df6" /><Relationship Type="http://schemas.openxmlformats.org/officeDocument/2006/relationships/notesMaster" Target="/ppt/notesMasters/notesMaster1.xml" Id="R541bce3934e046e4" /><Relationship Type="http://schemas.openxmlformats.org/officeDocument/2006/relationships/presProps" Target="/ppt/presProps.xml" Id="R917b684e9c7f488c" /><Relationship Type="http://schemas.openxmlformats.org/officeDocument/2006/relationships/viewProps" Target="/ppt/viewProps.xml" Id="R9766ad7abd2047fb" /><Relationship Type="http://schemas.openxmlformats.org/officeDocument/2006/relationships/tableStyles" Target="/ppt/tableStyles.xml" Id="R22d73de4121c4c45" /><Relationship Type="http://schemas.openxmlformats.org/officeDocument/2006/relationships/slide" Target="/ppt/slides/slide1.xml" Id="Rf7b760d251c54496" /><Relationship Type="http://schemas.openxmlformats.org/officeDocument/2006/relationships/slide" Target="/ppt/slides/slide2.xml" Id="R263edf199e914c9e" /><Relationship Type="http://schemas.openxmlformats.org/officeDocument/2006/relationships/slide" Target="/ppt/slides/slide3.xml" Id="R8883126ddfff489f" /><Relationship Type="http://schemas.openxmlformats.org/officeDocument/2006/relationships/slide" Target="/ppt/slides/slide4.xml" Id="R8342184265604a6f" /><Relationship Type="http://schemas.openxmlformats.org/officeDocument/2006/relationships/slide" Target="/ppt/slides/slide5.xml" Id="R662a52599f17400a" /><Relationship Type="http://schemas.openxmlformats.org/officeDocument/2006/relationships/slide" Target="/ppt/slides/slide6.xml" Id="Rd1f035d4ba314bb6" /><Relationship Type="http://schemas.openxmlformats.org/officeDocument/2006/relationships/slide" Target="/ppt/slides/slide7.xml" Id="Ra42d59cf1b684527" /><Relationship Type="http://schemas.openxmlformats.org/officeDocument/2006/relationships/slide" Target="/ppt/slides/slide8.xml" Id="R557ed0b28e154a7b" /><Relationship Type="http://schemas.openxmlformats.org/officeDocument/2006/relationships/slide" Target="/ppt/slides/slide9.xml" Id="R934baf63da9b4f52" /><Relationship Type="http://schemas.openxmlformats.org/officeDocument/2006/relationships/slide" Target="/ppt/slides/slide10.xml" Id="R434c216022b5430a" /><Relationship Type="http://schemas.openxmlformats.org/officeDocument/2006/relationships/slide" Target="/ppt/slides/slide11.xml" Id="R893ed91f092945d6" /><Relationship Type="http://schemas.openxmlformats.org/officeDocument/2006/relationships/slide" Target="/ppt/slides/slide12.xml" Id="Rf59038b32d904354" /><Relationship Type="http://schemas.openxmlformats.org/officeDocument/2006/relationships/slide" Target="/ppt/slides/slide13.xml" Id="R411f8288d876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dd4847bfae4a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b155bcea694066" /><Relationship Type="http://schemas.openxmlformats.org/officeDocument/2006/relationships/notesMaster" Target="/ppt/notesMasters/notesMaster1.xml" Id="Rc38d88f72ab9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b800d10bad4d31" /><Relationship Type="http://schemas.openxmlformats.org/officeDocument/2006/relationships/notesMaster" Target="/ppt/notesMasters/notesMaster1.xml" Id="Re4543b46b93647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edb0c98514a1b" /><Relationship Type="http://schemas.openxmlformats.org/officeDocument/2006/relationships/notesMaster" Target="/ppt/notesMasters/notesMaster1.xml" Id="R04b7f5d759804c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83cbd5bf14b2f" /><Relationship Type="http://schemas.openxmlformats.org/officeDocument/2006/relationships/notesMaster" Target="/ppt/notesMasters/notesMaster1.xml" Id="R41a86880e5e2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24388d4c044079" /><Relationship Type="http://schemas.openxmlformats.org/officeDocument/2006/relationships/notesMaster" Target="/ppt/notesMasters/notesMaster1.xml" Id="Rfabddb39295d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50da232be04c2d" /><Relationship Type="http://schemas.openxmlformats.org/officeDocument/2006/relationships/notesMaster" Target="/ppt/notesMasters/notesMaster1.xml" Id="R4970006ca309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334f414fd74f35" /><Relationship Type="http://schemas.openxmlformats.org/officeDocument/2006/relationships/notesMaster" Target="/ppt/notesMasters/notesMaster1.xml" Id="Rd429aa764dbb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2ebcb25ea4c83" /><Relationship Type="http://schemas.openxmlformats.org/officeDocument/2006/relationships/notesMaster" Target="/ppt/notesMasters/notesMaster1.xml" Id="R60927af684254e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43c53330c43de" /><Relationship Type="http://schemas.openxmlformats.org/officeDocument/2006/relationships/notesMaster" Target="/ppt/notesMasters/notesMaster1.xml" Id="R0ca7995ee7f448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669b27668406e" /><Relationship Type="http://schemas.openxmlformats.org/officeDocument/2006/relationships/notesMaster" Target="/ppt/notesMasters/notesMaster1.xml" Id="R42118ca8c61b4e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fbb0b4bd8145ab" /><Relationship Type="http://schemas.openxmlformats.org/officeDocument/2006/relationships/notesMaster" Target="/ppt/notesMasters/notesMaster1.xml" Id="Rf82d5aef5c794e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2b4b4bb8b54fb8" /><Relationship Type="http://schemas.openxmlformats.org/officeDocument/2006/relationships/notesMaster" Target="/ppt/notesMasters/notesMaster1.xml" Id="R8f8a0c933d604d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51330dff234a31" /><Relationship Type="http://schemas.openxmlformats.org/officeDocument/2006/relationships/notesMaster" Target="/ppt/notesMasters/notesMaster1.xml" Id="R9c54ff027287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c28dfc4a642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dbc1bbe5149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b6c4ccde541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4a67b506744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a3533d87949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a5c0ec35c4d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d85bdbe96463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c681fd3f94c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b1d869e2d4e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c2aea4cd746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65706993f40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0aff2e1924410" /><Relationship Type="http://schemas.openxmlformats.org/officeDocument/2006/relationships/slideLayout" Target="/ppt/slideLayouts/slideLayout1.xml" Id="R0123ed0f54ef4a88" /><Relationship Type="http://schemas.openxmlformats.org/officeDocument/2006/relationships/slideLayout" Target="/ppt/slideLayouts/slideLayout2.xml" Id="R5f5c57427e6e4e98" /><Relationship Type="http://schemas.openxmlformats.org/officeDocument/2006/relationships/slideLayout" Target="/ppt/slideLayouts/slideLayout3.xml" Id="R3e232e5dba874756" /><Relationship Type="http://schemas.openxmlformats.org/officeDocument/2006/relationships/slideLayout" Target="/ppt/slideLayouts/slideLayout4.xml" Id="Ra7077c5dffd94afd" /><Relationship Type="http://schemas.openxmlformats.org/officeDocument/2006/relationships/slideLayout" Target="/ppt/slideLayouts/slideLayout5.xml" Id="Rf9fe61c1bc1a4ff0" /><Relationship Type="http://schemas.openxmlformats.org/officeDocument/2006/relationships/slideLayout" Target="/ppt/slideLayouts/slideLayout6.xml" Id="R959bebbc40fa418b" /><Relationship Type="http://schemas.openxmlformats.org/officeDocument/2006/relationships/slideLayout" Target="/ppt/slideLayouts/slideLayout7.xml" Id="Raca5b5f695564016" /><Relationship Type="http://schemas.openxmlformats.org/officeDocument/2006/relationships/slideLayout" Target="/ppt/slideLayouts/slideLayout8.xml" Id="R01b2ad906b3545e8" /><Relationship Type="http://schemas.openxmlformats.org/officeDocument/2006/relationships/slideLayout" Target="/ppt/slideLayouts/slideLayout9.xml" Id="R5b3179c217c34e7b" /><Relationship Type="http://schemas.openxmlformats.org/officeDocument/2006/relationships/slideLayout" Target="/ppt/slideLayouts/slideLayout10.xml" Id="Readf4b6e7d944961" /><Relationship Type="http://schemas.openxmlformats.org/officeDocument/2006/relationships/slideLayout" Target="/ppt/slideLayouts/slideLayout11.xml" Id="R4b38d351cbe847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3ed0f54ef4a88"/>
    <p:sldLayoutId xmlns:r="http://schemas.openxmlformats.org/officeDocument/2006/relationships" id="2147483650" r:id="R5f5c57427e6e4e98"/>
    <p:sldLayoutId xmlns:r="http://schemas.openxmlformats.org/officeDocument/2006/relationships" id="2147483651" r:id="R3e232e5dba874756"/>
    <p:sldLayoutId xmlns:r="http://schemas.openxmlformats.org/officeDocument/2006/relationships" id="2147483652" r:id="Ra7077c5dffd94afd"/>
    <p:sldLayoutId xmlns:r="http://schemas.openxmlformats.org/officeDocument/2006/relationships" id="2147483653" r:id="Rf9fe61c1bc1a4ff0"/>
    <p:sldLayoutId xmlns:r="http://schemas.openxmlformats.org/officeDocument/2006/relationships" id="2147483654" r:id="R959bebbc40fa418b"/>
    <p:sldLayoutId xmlns:r="http://schemas.openxmlformats.org/officeDocument/2006/relationships" id="2147483655" r:id="Raca5b5f695564016"/>
    <p:sldLayoutId xmlns:r="http://schemas.openxmlformats.org/officeDocument/2006/relationships" id="2147483656" r:id="R01b2ad906b3545e8"/>
    <p:sldLayoutId xmlns:r="http://schemas.openxmlformats.org/officeDocument/2006/relationships" id="2147483657" r:id="R5b3179c217c34e7b"/>
    <p:sldLayoutId xmlns:r="http://schemas.openxmlformats.org/officeDocument/2006/relationships" id="2147483658" r:id="Readf4b6e7d944961"/>
    <p:sldLayoutId xmlns:r="http://schemas.openxmlformats.org/officeDocument/2006/relationships" id="2147483659" r:id="R4b38d351cbe8479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0efb5294824780" /><Relationship Type="http://schemas.openxmlformats.org/officeDocument/2006/relationships/notesSlide" Target="/ppt/notesSlides/notesSlide1.xml" Id="R9ee3431d306548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add490b84ccd" /><Relationship Type="http://schemas.openxmlformats.org/officeDocument/2006/relationships/image" Target="/ppt/media/image.png" Id="R17b88d7ceb894d4a" /><Relationship Type="http://schemas.openxmlformats.org/officeDocument/2006/relationships/image" Target="/ppt/media/image2.png" Id="R0c364526ef134f66" /><Relationship Type="http://schemas.openxmlformats.org/officeDocument/2006/relationships/notesSlide" Target="/ppt/notesSlides/notesSlide2.xml" Id="R064c3d497c31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bd3a8040304fde" /><Relationship Type="http://schemas.openxmlformats.org/officeDocument/2006/relationships/notesSlide" Target="/ppt/notesSlides/notesSlide3.xml" Id="R4c5c50c4f44445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5e226a758463a" /><Relationship Type="http://schemas.openxmlformats.org/officeDocument/2006/relationships/image" Target="/ppt/media/image3.png" Id="R16c06d0a35734115" /><Relationship Type="http://schemas.openxmlformats.org/officeDocument/2006/relationships/image" Target="/ppt/media/image4.png" Id="Rea058b7808a54b3e" /><Relationship Type="http://schemas.openxmlformats.org/officeDocument/2006/relationships/notesSlide" Target="/ppt/notesSlides/notesSlide4.xml" Id="R3afbe533d4774e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c707016cac4e42" /><Relationship Type="http://schemas.openxmlformats.org/officeDocument/2006/relationships/image" Target="/ppt/media/image5.png" Id="R9d07b669902946f2" /><Relationship Type="http://schemas.openxmlformats.org/officeDocument/2006/relationships/image" Target="/ppt/media/image6.png" Id="Rd2fa06f4061549f5" /><Relationship Type="http://schemas.openxmlformats.org/officeDocument/2006/relationships/notesSlide" Target="/ppt/notesSlides/notesSlide5.xml" Id="R78ca93ade48d40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5b44f14f26417d" /><Relationship Type="http://schemas.openxmlformats.org/officeDocument/2006/relationships/image" Target="/ppt/media/image7.png" Id="R73422e134ddc482c" /><Relationship Type="http://schemas.openxmlformats.org/officeDocument/2006/relationships/image" Target="/ppt/media/image8.png" Id="Rbc96836cb5d348c7" /><Relationship Type="http://schemas.openxmlformats.org/officeDocument/2006/relationships/notesSlide" Target="/ppt/notesSlides/notesSlide6.xml" Id="R4c5541806f54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3806f4755340b6" /><Relationship Type="http://schemas.openxmlformats.org/officeDocument/2006/relationships/image" Target="/ppt/media/image9.png" Id="R958f28a830924c54" /><Relationship Type="http://schemas.openxmlformats.org/officeDocument/2006/relationships/image" Target="/ppt/media/image10.png" Id="R2ce346260e3443e3" /><Relationship Type="http://schemas.openxmlformats.org/officeDocument/2006/relationships/image" Target="/ppt/media/image11.png" Id="R89efcfa1b81947da" /><Relationship Type="http://schemas.openxmlformats.org/officeDocument/2006/relationships/image" Target="/ppt/media/image12.png" Id="R8a69d6b55eef491c" /><Relationship Type="http://schemas.openxmlformats.org/officeDocument/2006/relationships/notesSlide" Target="/ppt/notesSlides/notesSlide7.xml" Id="Rd2676f595bb845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184723624c40e3" /><Relationship Type="http://schemas.openxmlformats.org/officeDocument/2006/relationships/image" Target="/ppt/media/image13.png" Id="R68949d0d5d404749" /><Relationship Type="http://schemas.openxmlformats.org/officeDocument/2006/relationships/image" Target="/ppt/media/image14.png" Id="R8e88e7c20aa340c2" /><Relationship Type="http://schemas.openxmlformats.org/officeDocument/2006/relationships/image" Target="/ppt/media/image15.png" Id="R832de23f4864435b" /><Relationship Type="http://schemas.openxmlformats.org/officeDocument/2006/relationships/image" Target="/ppt/media/image16.png" Id="R33d5cbca98e54f4f" /><Relationship Type="http://schemas.openxmlformats.org/officeDocument/2006/relationships/image" Target="/ppt/media/image17.png" Id="Rd4468503ea974d83" /><Relationship Type="http://schemas.openxmlformats.org/officeDocument/2006/relationships/image" Target="/ppt/media/image18.png" Id="Rb91c134c5e104f4f" /><Relationship Type="http://schemas.openxmlformats.org/officeDocument/2006/relationships/notesSlide" Target="/ppt/notesSlides/notesSlide8.xml" Id="R9e4867c3ad0b48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5bb9a3117a4260" /><Relationship Type="http://schemas.openxmlformats.org/officeDocument/2006/relationships/notesSlide" Target="/ppt/notesSlides/notesSlide9.xml" Id="R123f8f7daea8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0e70e3f63e4f58" /><Relationship Type="http://schemas.openxmlformats.org/officeDocument/2006/relationships/notesSlide" Target="/ppt/notesSlides/notesSlide10.xml" Id="Rd1c1ad7910d74c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797c987d46441c" /><Relationship Type="http://schemas.openxmlformats.org/officeDocument/2006/relationships/image" Target="/ppt/media/image19.png" Id="R20954000c4734194" /><Relationship Type="http://schemas.openxmlformats.org/officeDocument/2006/relationships/image" Target="/ppt/media/image20.png" Id="R91ab203f6d924f8e" /><Relationship Type="http://schemas.openxmlformats.org/officeDocument/2006/relationships/notesSlide" Target="/ppt/notesSlides/notesSlide11.xml" Id="R484406e38ca743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82d9b8fe374e32" /><Relationship Type="http://schemas.openxmlformats.org/officeDocument/2006/relationships/image" Target="/ppt/media/image21.png" Id="R95a87716ca9b43e8" /><Relationship Type="http://schemas.openxmlformats.org/officeDocument/2006/relationships/image" Target="/ppt/media/image22.png" Id="R8e964d31b9444d00" /><Relationship Type="http://schemas.openxmlformats.org/officeDocument/2006/relationships/notesSlide" Target="/ppt/notesSlides/notesSlide12.xml" Id="R16fc3cbbda134d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4b366460c54197" /><Relationship Type="http://schemas.openxmlformats.org/officeDocument/2006/relationships/image" Target="/ppt/media/image23.png" Id="Rb1699832d6cf491c" /><Relationship Type="http://schemas.openxmlformats.org/officeDocument/2006/relationships/image" Target="/ppt/media/image24.png" Id="R5afa4263cda14408" /><Relationship Type="http://schemas.openxmlformats.org/officeDocument/2006/relationships/notesSlide" Target="/ppt/notesSlides/notesSlide13.xml" Id="R21028a933a4e48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88d7ceb89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64526ef13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B19B7-9B33-435B-ADCB-33A34FE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00A07-31CB-4D3D-9D9C-0E11141A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954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sensor dan analog masih menyatu di motherboard; PCF8574 dan SHT40 belum tersedia.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4A02D-FB71-4F81-B357-C72C9C9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E89CA-E59D-486E-9397-21510F7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954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memisahkan sensor module dan menambah PCF8574, SHT40, OPA320, serta kontrol daya.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6d0a35734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58b7808a54b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b669902946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a06f40615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83A28-D21B-4FDC-BEB0-B8E367BB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FEC2F-E22C-4675-9CC5-6AAF6C4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86450"/>
            <a:ext cx="971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35526A"/>
                </a:solidFill>
                <a:latin typeface="Aptos"/>
                <a:ea typeface="Aptos"/>
                <a:cs typeface="Aptos"/>
              </a:rPr>
              <a:t>V1 memakai INA333, OPA333, LM321, dan ULN2003 pada motherboard.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7D3E4-010D-419A-BFBF-A3D2A73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E4DD1-E93F-41BB-8146-285C09C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67425"/>
            <a:ext cx="971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memakai OPA320 dan 8 sensor module eksternal; +5VA serta TPL5010 tetap tersedia.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2e134ddc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6836cb5d348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643C1-BF5E-4562-8FFD-21CBFD1B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3B773-F5BD-44E8-AED6-14A070A4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72125"/>
            <a:ext cx="954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belum menunjukkan penggantian IC atau acquisition baru dibanding V2.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181E1-AA02-4186-9EE0-D4DCF53B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97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787EC-A7E3-4D6B-A2C3-8E6D392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9775"/>
            <a:ext cx="954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V3 mempertahankan OPA320, ADS1256, PCF8574, SHT40, TCA/MCP,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f28a83092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346260e34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</a:t>
            </a:r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fcfa1b819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9d6b55eef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B5E55-D972-4109-AA5E-60596050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8051D-4441-4CBB-9E68-0A79E1BD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592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belum menunjukkan pembaruan acquisition dibanding V3.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B7780-70EE-4C59-A850-0B06D02A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8A922-943B-4897-9BE9-CC6B3964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592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V4 mempertahankan sensor module eksternal, OPA320, ADS1256, PCF8574, SHT40,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49d0d5d4047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8e7c20aa3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de23f486443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5cbca98e5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68503ea97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c134c5e10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E60DB-3999-400E-91EB-DD806D26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80C96-DF05-41DF-9BFB-06037C1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66CCA-C294-43B7-AF49-9ECCC78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35526A"/>
                </a:solidFill>
                <a:latin typeface="Aptos"/>
                <a:ea typeface="Aptos"/>
                <a:cs typeface="Aptos"/>
              </a:rPr>
              <a:t>Board 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430BF-4BBD-45D9-A2E2-ADEC260C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4665D-B3F2-4D4C-9B1A-0E0D427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Adapter tidak memuat ADS1256, TCA, PCF8574, SHT40, OPA, MCP4725, atau +5VA.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9900F-BC16-4E51-982D-8EB74B7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18EC8-C861-42D5-809E-39C60F08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5526A"/>
                </a:solidFill>
                <a:latin typeface="Aptos"/>
                <a:ea typeface="Aptos"/>
                <a:cs typeface="Aptos"/>
              </a:rPr>
              <a:t>V5 memusatkan interface E22, USB-UART, RS-485, dan OLED. TPS2116, TPS22964, TPS3839, TPS61175, serta TPL5010 tetap ada.</a:t>
            </a:r>
          </a:p>
        </p:txBody>
      </p:sp>
    </p:spTree>
    <p:extLst>
      <p:ext uri="{BB962C8B-B14F-4D97-AF65-F5344CB8AC3E}">
        <p14:creationId xmlns:p14="http://schemas.microsoft.com/office/powerpoint/2010/main" val="19885121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54000c473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b203f6d92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7F3BD-91B1-493B-BAB5-135B6E1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9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771E2-3FF2-4C73-A438-96E704F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9062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V1 tidak memiliki WDT; detail IC belum dapat dipastikan tanpa PCB JSON/BOM yang cocok.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0C20F-D71F-4BE2-868B-E2199CE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382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5588C-7AE9-4B30-B0B8-DED82C4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3827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menambahkan WDT dan tetap menerima atau meneruskan data radio dari GLD.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87716ca9b43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64d31b9444d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E581F-FAD5-42F4-A3BB-07323BA9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340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B67D2-A558-4D64-9253-5D1B7D4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34075"/>
            <a:ext cx="1009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V1 tidak memiliki WDT dan memakai papan memanjang dengan holder baterai.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2D605-CF0B-4D3A-8829-ED0204CF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EEAA-78E3-4330-8A36-62B5E39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15050"/>
            <a:ext cx="1009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memiliki WDT dan memakai PCB bundar/kompak; nomor IC memerlukan BOM yang sesuai.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99832d6cf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a4263cda14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6E427-12AB-4CD5-A16B-CC524D6C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43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Kekurangan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D8D64-C4A4-456E-BF91-C4B559C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4300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pergantian IC dari CH V2 ke V3 belum dapat dibuktikan oleh source PCB/BOM.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31DF3-580B-47D9-8B88-4B26AD99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906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Perbaikan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10722-8D9D-4CD0-90DD-F801968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390650"/>
            <a:ext cx="621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V3 tetap memiliki WDT dan kembali memakai papan memanjang dengan holder baterai.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2026-10-02T05:40:25.1270000Z</dcterms:created>
  <dcterms:modified xsi:type="dcterms:W3CDTF">2026-10-02T05:40:25.1270000Z</dcterms:modified>
</coreProperties>
</file>