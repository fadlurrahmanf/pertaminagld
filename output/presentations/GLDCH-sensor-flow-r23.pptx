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104900"/>
            <a:ext cx="3048000" cy="2721293"/>
          </a:xfrm>
          <a:prstGeom prst="rect">
            <a:avLst/>
          </a:prstGeom>
        </p:spPr>
      </p:pic>
      <p:pic>
        <p:nvPicPr>
          <p:cNvPr id="1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1104900"/>
            <a:ext cx="2957513" cy="27212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noGrp="1"/>
          </p:cNvSpPr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737B7C-9630-47BB-8AE8-DAEAF665136F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4BEA61-31CD-42DC-B78D-2563BF813C3F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679D51-5231-4C4B-BF82-85FABBE2F110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motherboard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ADB37B-E985-4F81-9096-40074480D79A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47625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ESP32, ADS1256, TCA9548, dan MCP4725 berada pada motherboard.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Jalur analog memakai INA333, OPA333, dan LM321. Sensor serta bridge MQ masih berada pada board utama.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mengatur wake-up/deep-sleep dan kontrol catu 5V/3.3V board, sementara baterai dipertahankan.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ULN2003 mengendalikan buzzer, alarm 5V, dan DC fan.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GLD Low Power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162050"/>
            <a:ext cx="2905125" cy="2762250"/>
          </a:xfrm>
          <a:prstGeom prst="rect">
            <a:avLst/>
          </a:prstGeom>
        </p:spPr>
      </p:pic>
      <p:pic>
        <p:nvPicPr>
          <p:cNvPr id="1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1162050"/>
            <a:ext cx="2724150" cy="2762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noGrp="1"/>
          </p:cNvSpPr>
          <p:nvPr/>
        </p:nvSpPr>
        <p:spPr>
          <a:xfrm>
            <a:off x="5279366" y="6150634"/>
            <a:ext cx="207140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D9FA5F-FDCF-4672-8CA0-250483940279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SensorBoardMQ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53151B-6DA2-4F27-A273-288C95124663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D42D4C-F9E9-4A93-B3FA-73BDA31C561D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Bagian dari perubahan V2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AE0D87-6EED-4E85-8E5C-D30DD9A70EE9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4762500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rangkaian bridge sensor MQ dipisahkan dari motherboard.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TPS22919 pada module mengendalikan ON/OFF daya sensor MQ.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Module terhubung ke motherboard melalui socket.</a:t>
            </a:r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104900"/>
            <a:ext cx="3048000" cy="2466975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104900"/>
            <a:ext cx="2647950" cy="2505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noGrp="1"/>
          </p:cNvSpPr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211814-4EA3-4B44-981A-B9929209DEF6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9277B6-A26B-4F15-8C18-1929E2507CC1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98D82E-36D8-40DD-9E50-33A77978A49F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30ECC6-8C00-435D-93CB-2ED454AD7173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47625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LM321 diganti OPA320 pada jalur analog. PCF8574 dan SHT40 juga ditambahkan.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bridge MQ pindah ke SensorBoardMQ yang memakai TPS22919 untuk ON/OFF daya sensor.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DC fan tidak ada. Pin Alarm menyediakan tegangan 24V.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Pemilih 24V/Battery/5V terhubung langsung tanpa jumper. Pada revisi awal V2, +5VA belum tersambung.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104900"/>
            <a:ext cx="3048000" cy="2657475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104900"/>
            <a:ext cx="2809875" cy="2657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noGrp="1"/>
          </p:cNvSpPr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650C48-34CD-4143-918C-9BEEEA73A36C}"/>
              </a:ext>
            </a:extLst>
          </p:cNvPr>
          <p:cNvSpPr>
            <a:spLocks noGrp="1"/>
          </p:cNvSpPr>
          <p:nvPr/>
        </p:nvSpPr>
        <p:spPr>
          <a:xfrm>
            <a:off x="7334250" y="495300"/>
            <a:ext cx="4286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8AFD31-8B5C-4817-9D9B-8FA61F917B0E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86AE0B-429E-48E5-85BA-8B95A9790479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F6CED3-CEAC-45E6-9362-7B90FA27452C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DC_FAN 5V sudah tersedia kembali.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+5VA sudah tersambung dan diperbaiki.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Konfigurasi sensor module, OPA320, ADS1256, TCA9548, PCF8574, dan SHT40 tetap dipertahankan.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876300"/>
            <a:ext cx="3000375" cy="2571750"/>
          </a:xfrm>
          <a:prstGeom prst="rect">
            <a:avLst/>
          </a:prstGeom>
        </p:spPr>
      </p:pic>
      <p:pic>
        <p:nvPicPr>
          <p:cNvPr id="16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876300"/>
            <a:ext cx="2686050" cy="2571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noGrp="1"/>
          </p:cNvSpPr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18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3638550"/>
            <a:ext cx="2952750" cy="2571750"/>
          </a:xfrm>
          <a:prstGeom prst="rect">
            <a:avLst/>
          </a:prstGeom>
        </p:spPr>
      </p:pic>
      <p:pic>
        <p:nvPicPr>
          <p:cNvPr id="19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3638550"/>
            <a:ext cx="2686050" cy="25241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C2E151B-B2AE-42CD-830C-C3CBB124B476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27642-5992-4701-8553-D02C4D63B098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079860-4A52-4757-9F05-AE461DE614D1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2E778B-7148-4BB6-AABA-B172207FB423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Ditambahkan lubang baut untuk pemasangan motherboard ke cover PCB.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Cover PCB terpisah ditambahkan untuk men-terminalkan koneksi dan menutupi motherboard.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Gambar kanan bawah menunjukkan Cover PCB dengan terminal berwarna hijau.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09625"/>
            <a:ext cx="2019300" cy="1866900"/>
          </a:xfrm>
          <a:prstGeom prst="rect">
            <a:avLst/>
          </a:prstGeom>
        </p:spPr>
      </p:pic>
      <p:pic>
        <p:nvPicPr>
          <p:cNvPr id="31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809625"/>
            <a:ext cx="2057400" cy="1857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noGrp="1"/>
          </p:cNvSpPr>
          <p:nvPr/>
        </p:nvSpPr>
        <p:spPr>
          <a:xfrm>
            <a:off x="7887260" y="2472079"/>
            <a:ext cx="442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33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2800350"/>
            <a:ext cx="1895475" cy="1781175"/>
          </a:xfrm>
          <a:prstGeom prst="rect">
            <a:avLst/>
          </a:prstGeom>
        </p:spPr>
      </p:pic>
      <p:pic>
        <p:nvPicPr>
          <p:cNvPr id="34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2800350"/>
            <a:ext cx="1990725" cy="1781175"/>
          </a:xfrm>
          <a:prstGeom prst="rect">
            <a:avLst/>
          </a:prstGeom>
        </p:spPr>
      </p:pic>
      <p:pic>
        <p:nvPicPr>
          <p:cNvPr id="35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300" y="809625"/>
            <a:ext cx="1885950" cy="1724025"/>
          </a:xfrm>
          <a:prstGeom prst="rect">
            <a:avLst/>
          </a:prstGeom>
        </p:spPr>
      </p:pic>
      <p:pic>
        <p:nvPicPr>
          <p:cNvPr id="3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5300" y="2724150"/>
            <a:ext cx="1866900" cy="176212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noGrp="1"/>
          </p:cNvSpPr>
          <p:nvPr/>
        </p:nvSpPr>
        <p:spPr>
          <a:xfrm>
            <a:off x="95250" y="742950"/>
            <a:ext cx="4286250" cy="195262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noGrp="1"/>
          </p:cNvSpPr>
          <p:nvPr/>
        </p:nvSpPr>
        <p:spPr>
          <a:xfrm>
            <a:off x="95250" y="2743200"/>
            <a:ext cx="4095750" cy="1885950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noGrp="1"/>
          </p:cNvSpPr>
          <p:nvPr/>
        </p:nvSpPr>
        <p:spPr>
          <a:xfrm>
            <a:off x="4248150" y="723900"/>
            <a:ext cx="2000250" cy="3810000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295B1E-0482-457E-A7A6-C7B8DF4D6A8C}"/>
              </a:ext>
            </a:extLst>
          </p:cNvPr>
          <p:cNvSpPr>
            <a:spLocks noGrp="1"/>
          </p:cNvSpPr>
          <p:nvPr/>
        </p:nvSpPr>
        <p:spPr>
          <a:xfrm>
            <a:off x="7334250" y="495300"/>
            <a:ext cx="4286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410994-AE1A-42F4-856D-1FB170858389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45E9D2-54DB-41C1-8741-7D80CDFF0CD7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5A4AAB-08BF-409B-A8C6-85D18AAEC026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MotherBoardAdapter mempertahankan ESP32 dan TPL5010. Konektor 16-pin PHD2.0 membawa antarmuka menuju Sensor PCB.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ADS1256, TCA9548, OPA320, PCF8574, SHT40, dan +5VA tidak lagi berada pada motherboard.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Fungsi-fungsi tersebut dipisahkan ke Sensor PCB.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66698" cy="6858000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698" y="0"/>
            <a:ext cx="166207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noGrp="1"/>
          </p:cNvSpPr>
          <p:nvPr/>
        </p:nvSpPr>
        <p:spPr>
          <a:xfrm>
            <a:off x="4788949" y="3347049"/>
            <a:ext cx="8130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72B7CB-8C49-4065-BC43-289749CFA30C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683850-9897-43B7-9E3D-4266BB7A3085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802795-E803-4ED3-BBE5-AC934FD0F00A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9D8257-7272-452A-99CB-193FFBFF7AFB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Papan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memanjang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dengan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holder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baterai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dan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konektor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antena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SMA.</a:t>
            </a:r>
            <a:b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</a:br>
            <a:b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</a:br>
            <a: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Belum </a:t>
            </a:r>
            <a:r>
              <a:rPr lang="en-US"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ada</a:t>
            </a:r>
            <a: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WDT(</a:t>
            </a:r>
            <a:r>
              <a:rPr lang="en-US"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WatchDogTimer</a:t>
            </a:r>
            <a: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)</a:t>
            </a:r>
            <a:endParaRPr sz="1275" dirty="0">
              <a:solidFill>
                <a:srgbClr val="35526A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971550"/>
            <a:ext cx="3048000" cy="2952750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971550"/>
            <a:ext cx="3152775" cy="2952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noGrp="1"/>
          </p:cNvSpPr>
          <p:nvPr/>
        </p:nvSpPr>
        <p:spPr>
          <a:xfrm>
            <a:off x="5477369" y="6167887"/>
            <a:ext cx="8130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C98E2D-68C8-4DA7-8F11-04FBFC01AFF5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BCC204-BAAB-4C99-ADBF-AD2889C74E90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E21611-C610-4A74-BF7B-9FFACD6938FC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B80CB8-04F2-406E-B825-6A05EA9CB308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PCB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berbentuk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lingkaran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agar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sesuai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dengan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casing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aluminium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275" dirty="0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antena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diganti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menjadi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pin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untuk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sambungan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ke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connector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antena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fiberglass.</a:t>
            </a:r>
          </a:p>
          <a:p>
            <a:endParaRPr sz="1275" dirty="0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lang="en-US"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Penambahan</a:t>
            </a:r>
            <a: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IC WDT 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</a:t>
            </a:r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06947" cy="6858000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947" y="0"/>
            <a:ext cx="150907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noGrp="1"/>
          </p:cNvSpPr>
          <p:nvPr/>
        </p:nvSpPr>
        <p:spPr>
          <a:xfrm>
            <a:off x="4804913" y="3244334"/>
            <a:ext cx="8130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5E52B3-DA36-4784-B746-E253EBB3CE17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215FEC-CA23-4AC6-9B66-FE3843CBA0DE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B192C-C3A6-4E9D-82D2-2EE022202D47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Bentuk modifikasi V1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C37190-0FBF-4A4A-8B2F-D5444E9D9C57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4762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Kembali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memakai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papan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memanjang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dengan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holder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baterai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275" dirty="0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tetap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tercantum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pada source V3.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</Words>
  <Application>Microsoft Office PowerPoint</Application>
  <DocSecurity>0</DocSecurity>
  <PresentationFormat>Widescreen</PresentationFormat>
  <Paragraphs>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GLD</vt:lpstr>
      <vt:lpstr>PowerPoint Presentation</vt:lpstr>
      <vt:lpstr>GLD Low Power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Fadlurrahman Fahmi Budiman</cp:lastModifiedBy>
  <cp:revision>1</cp:revision>
  <dcterms:created xsi:type="dcterms:W3CDTF">2026-10-02T06:40:45Z</dcterms:created>
  <dcterms:modified xsi:type="dcterms:W3CDTF">2026-10-02T06:50:03Z</dcterms:modified>
</cp:coreProperties>
</file>