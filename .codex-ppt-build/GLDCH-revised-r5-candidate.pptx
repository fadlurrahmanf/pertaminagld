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8c5501b4cc4fa9" /><Relationship Type="http://schemas.openxmlformats.org/officeDocument/2006/relationships/extended-properties" Target="/docProps/app.xml" Id="Rc2ed3e5d88284177" /><Relationship Type="http://schemas.openxmlformats.org/officeDocument/2006/relationships/officeDocument" Target="/ppt/presentation.xml" Id="R32d5f83975ea4f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e13a3c41144f53"/>
  </p:sldMasterIdLst>
  <p:notesMasterIdLst>
    <p:notesMasterId xmlns:r="http://schemas.openxmlformats.org/officeDocument/2006/relationships" r:id="Rbe2d7dd53ea34597"/>
  </p:notesMasterIdLst>
  <p:sldIdLst>
    <p:sldId xmlns:r="http://schemas.openxmlformats.org/officeDocument/2006/relationships" id="256" r:id="R898f9f6249514ec5"/>
    <p:sldId xmlns:r="http://schemas.openxmlformats.org/officeDocument/2006/relationships" id="257" r:id="Rf2d36bad70504178"/>
    <p:sldId xmlns:r="http://schemas.openxmlformats.org/officeDocument/2006/relationships" id="258" r:id="Rba4ad21b96104056"/>
    <p:sldId xmlns:r="http://schemas.openxmlformats.org/officeDocument/2006/relationships" id="259" r:id="R1819f2ff124e4fcf"/>
    <p:sldId xmlns:r="http://schemas.openxmlformats.org/officeDocument/2006/relationships" id="260" r:id="R7ae7a6d72a5d4cbf"/>
    <p:sldId xmlns:r="http://schemas.openxmlformats.org/officeDocument/2006/relationships" id="261" r:id="Rf475ce813b6943c0"/>
    <p:sldId xmlns:r="http://schemas.openxmlformats.org/officeDocument/2006/relationships" id="262" r:id="Ra5bda28fef974b66"/>
    <p:sldId xmlns:r="http://schemas.openxmlformats.org/officeDocument/2006/relationships" id="263" r:id="Rd3a9d6c184db4adb"/>
    <p:sldId xmlns:r="http://schemas.openxmlformats.org/officeDocument/2006/relationships" id="264" r:id="R1747d76057d4434c"/>
    <p:sldId xmlns:r="http://schemas.openxmlformats.org/officeDocument/2006/relationships" id="265" r:id="Ra7c9c21c62034f42"/>
    <p:sldId xmlns:r="http://schemas.openxmlformats.org/officeDocument/2006/relationships" id="266" r:id="R75a821012b1647bc"/>
    <p:sldId xmlns:r="http://schemas.openxmlformats.org/officeDocument/2006/relationships" id="267" r:id="R2e41833c0f48493f"/>
    <p:sldId xmlns:r="http://schemas.openxmlformats.org/officeDocument/2006/relationships" id="268" r:id="Rfb0d4df71d7c44ec"/>
    <p:sldId xmlns:r="http://schemas.openxmlformats.org/officeDocument/2006/relationships" id="269" r:id="R6473dc736a7846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fd3f3ddd844ba0" /><Relationship Type="http://schemas.openxmlformats.org/officeDocument/2006/relationships/slideMaster" Target="/ppt/slideMasters/slideMaster1.xml" Id="R57e13a3c41144f53" /><Relationship Type="http://schemas.openxmlformats.org/officeDocument/2006/relationships/notesMaster" Target="/ppt/notesMasters/notesMaster1.xml" Id="Rbe2d7dd53ea34597" /><Relationship Type="http://schemas.openxmlformats.org/officeDocument/2006/relationships/presProps" Target="/ppt/presProps.xml" Id="R0325d469aaa24390" /><Relationship Type="http://schemas.openxmlformats.org/officeDocument/2006/relationships/viewProps" Target="/ppt/viewProps.xml" Id="R0cafb6b739454360" /><Relationship Type="http://schemas.openxmlformats.org/officeDocument/2006/relationships/tableStyles" Target="/ppt/tableStyles.xml" Id="R10ecc9d05da24359" /><Relationship Type="http://schemas.openxmlformats.org/officeDocument/2006/relationships/slide" Target="/ppt/slides/slide1.xml" Id="R898f9f6249514ec5" /><Relationship Type="http://schemas.openxmlformats.org/officeDocument/2006/relationships/slide" Target="/ppt/slides/slide2.xml" Id="Rf2d36bad70504178" /><Relationship Type="http://schemas.openxmlformats.org/officeDocument/2006/relationships/slide" Target="/ppt/slides/slide3.xml" Id="Rba4ad21b96104056" /><Relationship Type="http://schemas.openxmlformats.org/officeDocument/2006/relationships/slide" Target="/ppt/slides/slide4.xml" Id="R1819f2ff124e4fcf" /><Relationship Type="http://schemas.openxmlformats.org/officeDocument/2006/relationships/slide" Target="/ppt/slides/slide5.xml" Id="R7ae7a6d72a5d4cbf" /><Relationship Type="http://schemas.openxmlformats.org/officeDocument/2006/relationships/slide" Target="/ppt/slides/slide6.xml" Id="Rf475ce813b6943c0" /><Relationship Type="http://schemas.openxmlformats.org/officeDocument/2006/relationships/slide" Target="/ppt/slides/slide7.xml" Id="Ra5bda28fef974b66" /><Relationship Type="http://schemas.openxmlformats.org/officeDocument/2006/relationships/slide" Target="/ppt/slides/slide8.xml" Id="Rd3a9d6c184db4adb" /><Relationship Type="http://schemas.openxmlformats.org/officeDocument/2006/relationships/slide" Target="/ppt/slides/slide9.xml" Id="R1747d76057d4434c" /><Relationship Type="http://schemas.openxmlformats.org/officeDocument/2006/relationships/slide" Target="/ppt/slides/slide10.xml" Id="Ra7c9c21c62034f42" /><Relationship Type="http://schemas.openxmlformats.org/officeDocument/2006/relationships/slide" Target="/ppt/slides/slide11.xml" Id="R75a821012b1647bc" /><Relationship Type="http://schemas.openxmlformats.org/officeDocument/2006/relationships/slide" Target="/ppt/slides/slide12.xml" Id="R2e41833c0f48493f" /><Relationship Type="http://schemas.openxmlformats.org/officeDocument/2006/relationships/slide" Target="/ppt/slides/slide13.xml" Id="Rfb0d4df71d7c44ec" /><Relationship Type="http://schemas.openxmlformats.org/officeDocument/2006/relationships/slide" Target="/ppt/slides/slide14.xml" Id="R6473dc736a7846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e3a7a1ede84f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b591977a4b470a" /><Relationship Type="http://schemas.openxmlformats.org/officeDocument/2006/relationships/notesMaster" Target="/ppt/notesMasters/notesMaster1.xml" Id="R8d37767c73024f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6531f316824c35" /><Relationship Type="http://schemas.openxmlformats.org/officeDocument/2006/relationships/notesMaster" Target="/ppt/notesMasters/notesMaster1.xml" Id="Re423599f38ff41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a1b1894d3540e8" /><Relationship Type="http://schemas.openxmlformats.org/officeDocument/2006/relationships/notesMaster" Target="/ppt/notesMasters/notesMaster1.xml" Id="R90795b95f66242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5526eac27c4d6f" /><Relationship Type="http://schemas.openxmlformats.org/officeDocument/2006/relationships/notesMaster" Target="/ppt/notesMasters/notesMaster1.xml" Id="R5495f7bef6fa4a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507e17243a4bce" /><Relationship Type="http://schemas.openxmlformats.org/officeDocument/2006/relationships/notesMaster" Target="/ppt/notesMasters/notesMaster1.xml" Id="Rf867b27c137b46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732245eeee4b8a" /><Relationship Type="http://schemas.openxmlformats.org/officeDocument/2006/relationships/notesMaster" Target="/ppt/notesMasters/notesMaster1.xml" Id="Rb7bbe6d571ff45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95f3621f3a4ca3" /><Relationship Type="http://schemas.openxmlformats.org/officeDocument/2006/relationships/notesMaster" Target="/ppt/notesMasters/notesMaster1.xml" Id="R85c7646a439b42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b1345ddcd141a7" /><Relationship Type="http://schemas.openxmlformats.org/officeDocument/2006/relationships/notesMaster" Target="/ppt/notesMasters/notesMaster1.xml" Id="R1e7649a7e1fe40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b5bc6b47b546d5" /><Relationship Type="http://schemas.openxmlformats.org/officeDocument/2006/relationships/notesMaster" Target="/ppt/notesMasters/notesMaster1.xml" Id="Rbad4c7597ace42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4f2dd45b824bf1" /><Relationship Type="http://schemas.openxmlformats.org/officeDocument/2006/relationships/notesMaster" Target="/ppt/notesMasters/notesMaster1.xml" Id="Rc6ee37864cfb49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0beb5d8eb34fa2" /><Relationship Type="http://schemas.openxmlformats.org/officeDocument/2006/relationships/notesMaster" Target="/ppt/notesMasters/notesMaster1.xml" Id="R760be9bf27ee44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1eef241c1c447c0" /><Relationship Type="http://schemas.openxmlformats.org/officeDocument/2006/relationships/notesMaster" Target="/ppt/notesMasters/notesMaster1.xml" Id="Rb9062763680547e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78b914f88c04464" /><Relationship Type="http://schemas.openxmlformats.org/officeDocument/2006/relationships/notesMaster" Target="/ppt/notesMasters/notesMaster1.xml" Id="R3d2dfeee83c145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e21bd5bd56a4e06" /><Relationship Type="http://schemas.openxmlformats.org/officeDocument/2006/relationships/notesMaster" Target="/ppt/notesMasters/notesMaster1.xml" Id="R67447dc20f0145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8523153c4d4a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f5a4d34004401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cf18471345491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1861d33747451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64b21c92ff42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c0bc827de0467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8f7bf8e4af432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16d8a854d3425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e84b0b88a646e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fc5160de384e4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97d3167f894bf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5770DE-D7B8-6AC6-27A9-E90AE4D4A5E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99E318C-98DE-239D-0ED3-DFA528F8B0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0D69A4F-4C87-3383-7DAF-3B67D4596F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E14844-69D7-68C2-DDA9-9C8AA187C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54F0CC-47AB-6C28-8E5E-9C3F8B654C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1A5405-2043-67A6-F275-650556C467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FEF342-D8F0-E137-A37F-8ED041F3A7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1CB9FE-39F2-C98A-E1E7-D1A291BF6A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4834A0-A5A1-D764-9CD2-297E2F389D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17D40D-A336-7C74-6566-EC7CD4F8D5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F1DBFB-ED13-0757-9E35-6A7FE22F4B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BC7510-D8DE-3829-6C3F-7002E27610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8DFF44-0F3F-72C1-0115-0E3E8EB6F3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BFE42E7-DA5D-A2FF-80A8-9DAD39D806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37A6C5-D0BC-A300-A01A-FADB1B7C37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391804-E379-0F8D-3184-CF668E05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253ADF-276E-5F7D-1E23-FA3ED417B4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CC8DA79-7310-6F0B-638F-D278084F94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27CA5FF-84CD-6901-160A-207265CB35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AFE447-F564-84FF-0568-9A139C90A3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1F56806-13F1-9963-5152-D07C368702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2068FD-998E-6CD2-403D-30FC36C5D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902DE55-05BC-5C52-7E5F-DB889F5133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E5145A8-AD96-520C-B55E-D087C0D30D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60DB2F5-1D26-BD61-8287-3D9A0E9C192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6D990A9-4F6A-4D6F-2738-5ED9C418DBE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2A504D1-D0DB-D4C5-8DEC-F06492B835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EF7C76A-28B4-C567-D017-05757F86B2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1FBF36E-5B24-D41F-7EC7-B6DBCB52C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572B5D-22ED-1725-BCEC-411596254C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0D40DC1-B8C0-DA75-CD44-4685242F33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2D28A6E-5B20-0AC7-A17D-92FD31FAA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B141F6D-CC52-2BBD-84FA-3086173779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74D7803-B9C0-49FA-16BF-61DF2946D6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CF81A3A-9351-BC20-F13E-7EBCB8B08A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237F58D-6BEC-EA2F-3757-005AC22F28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D12C9F-AF3A-2F28-E32D-6D00FACB5B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C790251-712A-55D8-BDEF-712F4951A7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5052317-62A4-8CD4-CB42-8DF6031D12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6A8E56-4291-4964-F5ED-BB58F51475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BCB4B4-16C5-AC60-B9FD-2F67C1444D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B329344-D265-EF06-AF8D-A34A738D36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5721FF-EEAC-5B2D-9868-67ED6DE2E0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0835429-81A3-D47F-328A-C34AB786ACE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2A26BA7-2103-A4CB-CD65-8F831A8022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CE1ABE4-61D5-0C44-2087-35BCCEFAC2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FC8396F-888E-1B7F-01EE-C66DDEE74F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306669-5D3E-30F4-F081-DD48976A24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54E69E-A52E-FF2A-1E0F-4050BA18D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51C0BA-3F8F-14B1-56CB-78EB2BD3BF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597A66-CF77-3C5D-21D4-3FF10F6F5A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32B246-5B35-CBB7-595B-5931935A35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35D5AF-83D9-702C-9833-8DAEE9110D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E4465AA-32DC-5F6D-2627-CB853B675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69CD34-96A1-6ECF-6068-6A9C218D03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D6C65B-9E4D-59AF-2C5C-89463B3CAF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1F77B0-320A-B19B-4277-35469F164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4C5E85-57E6-2E18-0995-0D0723E97B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b40052a60d49fe" /><Relationship Type="http://schemas.openxmlformats.org/officeDocument/2006/relationships/slideLayout" Target="/ppt/slideLayouts/slideLayout1.xml" Id="R18406d2b4de94156" /><Relationship Type="http://schemas.openxmlformats.org/officeDocument/2006/relationships/slideLayout" Target="/ppt/slideLayouts/slideLayout2.xml" Id="Rda38474ce85741da" /><Relationship Type="http://schemas.openxmlformats.org/officeDocument/2006/relationships/slideLayout" Target="/ppt/slideLayouts/slideLayout3.xml" Id="Rf5e22eddbc7e49f4" /><Relationship Type="http://schemas.openxmlformats.org/officeDocument/2006/relationships/slideLayout" Target="/ppt/slideLayouts/slideLayout4.xml" Id="R408f94e0e3714cf9" /><Relationship Type="http://schemas.openxmlformats.org/officeDocument/2006/relationships/slideLayout" Target="/ppt/slideLayouts/slideLayout5.xml" Id="Rb7e447328ea34583" /><Relationship Type="http://schemas.openxmlformats.org/officeDocument/2006/relationships/slideLayout" Target="/ppt/slideLayouts/slideLayout6.xml" Id="R186d4b7d1d064472" /><Relationship Type="http://schemas.openxmlformats.org/officeDocument/2006/relationships/slideLayout" Target="/ppt/slideLayouts/slideLayout7.xml" Id="Rd2a11bddc6b94f57" /><Relationship Type="http://schemas.openxmlformats.org/officeDocument/2006/relationships/slideLayout" Target="/ppt/slideLayouts/slideLayout8.xml" Id="R5afe5c3ff838487a" /><Relationship Type="http://schemas.openxmlformats.org/officeDocument/2006/relationships/slideLayout" Target="/ppt/slideLayouts/slideLayout9.xml" Id="Ra5d100a6bc4c4c86" /><Relationship Type="http://schemas.openxmlformats.org/officeDocument/2006/relationships/slideLayout" Target="/ppt/slideLayouts/slideLayout10.xml" Id="Rd18198f0254a4b58" /><Relationship Type="http://schemas.openxmlformats.org/officeDocument/2006/relationships/slideLayout" Target="/ppt/slideLayouts/slideLayout11.xml" Id="Rfdfdd1ce8fdd469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64EB340-A8A5-E4AC-0033-61A7A20368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AB4A00-EF67-5329-311B-0DFF290EFC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C1F5C3-A744-26F9-39D8-89BAA4BC0BE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99019D-BD56-64CD-C655-E162D1DEC8F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BDE40B-E82A-7E15-F88A-1722A93704D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406d2b4de94156"/>
    <p:sldLayoutId xmlns:r="http://schemas.openxmlformats.org/officeDocument/2006/relationships" id="2147483650" r:id="Rda38474ce85741da"/>
    <p:sldLayoutId xmlns:r="http://schemas.openxmlformats.org/officeDocument/2006/relationships" id="2147483651" r:id="Rf5e22eddbc7e49f4"/>
    <p:sldLayoutId xmlns:r="http://schemas.openxmlformats.org/officeDocument/2006/relationships" id="2147483652" r:id="R408f94e0e3714cf9"/>
    <p:sldLayoutId xmlns:r="http://schemas.openxmlformats.org/officeDocument/2006/relationships" id="2147483653" r:id="Rb7e447328ea34583"/>
    <p:sldLayoutId xmlns:r="http://schemas.openxmlformats.org/officeDocument/2006/relationships" id="2147483654" r:id="R186d4b7d1d064472"/>
    <p:sldLayoutId xmlns:r="http://schemas.openxmlformats.org/officeDocument/2006/relationships" id="2147483655" r:id="Rd2a11bddc6b94f57"/>
    <p:sldLayoutId xmlns:r="http://schemas.openxmlformats.org/officeDocument/2006/relationships" id="2147483656" r:id="R5afe5c3ff838487a"/>
    <p:sldLayoutId xmlns:r="http://schemas.openxmlformats.org/officeDocument/2006/relationships" id="2147483657" r:id="Ra5d100a6bc4c4c86"/>
    <p:sldLayoutId xmlns:r="http://schemas.openxmlformats.org/officeDocument/2006/relationships" id="2147483658" r:id="Rd18198f0254a4b58"/>
    <p:sldLayoutId xmlns:r="http://schemas.openxmlformats.org/officeDocument/2006/relationships" id="2147483659" r:id="Rfdfdd1ce8fdd4695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f8fabd15ab74e66" /><Relationship Type="http://schemas.openxmlformats.org/officeDocument/2006/relationships/notesSlide" Target="/ppt/notesSlides/notesSlide1.xml" Id="R3cca01a6e7154d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984d67d194935" /><Relationship Type="http://schemas.openxmlformats.org/officeDocument/2006/relationships/image" Target="/ppt/media/image.png" Id="R81ac708370aa40cf" /><Relationship Type="http://schemas.openxmlformats.org/officeDocument/2006/relationships/image" Target="/ppt/media/image2.png" Id="Rfda7ef9a393e4fd5" /><Relationship Type="http://schemas.openxmlformats.org/officeDocument/2006/relationships/notesSlide" Target="/ppt/notesSlides/notesSlide2.xml" Id="R657833edbe6148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89e705052ce41d4" /><Relationship Type="http://schemas.openxmlformats.org/officeDocument/2006/relationships/notesSlide" Target="/ppt/notesSlides/notesSlide3.xml" Id="Rea0b98a2caa947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aa9ef933ea41e2" /><Relationship Type="http://schemas.openxmlformats.org/officeDocument/2006/relationships/image" Target="/ppt/media/image3.png" Id="R0d088093c7214652" /><Relationship Type="http://schemas.openxmlformats.org/officeDocument/2006/relationships/image" Target="/ppt/media/image4.png" Id="R15d476b5548e490f" /><Relationship Type="http://schemas.openxmlformats.org/officeDocument/2006/relationships/notesSlide" Target="/ppt/notesSlides/notesSlide4.xml" Id="Rbcb266ae3be942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7e50b65940d4cf4" /><Relationship Type="http://schemas.openxmlformats.org/officeDocument/2006/relationships/image" Target="/ppt/media/image5.png" Id="R1d6197aebb224c8a" /><Relationship Type="http://schemas.openxmlformats.org/officeDocument/2006/relationships/image" Target="/ppt/media/image6.png" Id="R29f4132a72c14304" /><Relationship Type="http://schemas.openxmlformats.org/officeDocument/2006/relationships/notesSlide" Target="/ppt/notesSlides/notesSlide5.xml" Id="Rea0e89251f9441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e5796fc42e44cd3" /><Relationship Type="http://schemas.openxmlformats.org/officeDocument/2006/relationships/image" Target="/ppt/media/image7.png" Id="R968be5a3f3a147d2" /><Relationship Type="http://schemas.openxmlformats.org/officeDocument/2006/relationships/image" Target="/ppt/media/image8.png" Id="Ra5c5fd93c9f44074" /><Relationship Type="http://schemas.openxmlformats.org/officeDocument/2006/relationships/notesSlide" Target="/ppt/notesSlides/notesSlide6.xml" Id="Ra117bcc4d0aa41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0ee3efb92644c0" /><Relationship Type="http://schemas.openxmlformats.org/officeDocument/2006/relationships/image" Target="/ppt/media/image9.png" Id="Rd16a132ada574e84" /><Relationship Type="http://schemas.openxmlformats.org/officeDocument/2006/relationships/image" Target="/ppt/media/image10.png" Id="Rba71cc8263784277" /><Relationship Type="http://schemas.openxmlformats.org/officeDocument/2006/relationships/image" Target="/ppt/media/image11.png" Id="Rfb5f074b03924d5e" /><Relationship Type="http://schemas.openxmlformats.org/officeDocument/2006/relationships/image" Target="/ppt/media/image12.png" Id="Ra313e10c60604948" /><Relationship Type="http://schemas.openxmlformats.org/officeDocument/2006/relationships/notesSlide" Target="/ppt/notesSlides/notesSlide7.xml" Id="Ra808aa3b8e7a4d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a4d9474c2de4968" /><Relationship Type="http://schemas.openxmlformats.org/officeDocument/2006/relationships/image" Target="/ppt/media/image13.png" Id="Re89c6874b6a046d1" /><Relationship Type="http://schemas.openxmlformats.org/officeDocument/2006/relationships/image" Target="/ppt/media/image14.png" Id="R6666f67210794257" /><Relationship Type="http://schemas.openxmlformats.org/officeDocument/2006/relationships/image" Target="/ppt/media/image15.png" Id="R3c5f819440e842f5" /><Relationship Type="http://schemas.openxmlformats.org/officeDocument/2006/relationships/image" Target="/ppt/media/image16.png" Id="R405d624d35f34b34" /><Relationship Type="http://schemas.openxmlformats.org/officeDocument/2006/relationships/image" Target="/ppt/media/image17.png" Id="Rd016ca3df2404382" /><Relationship Type="http://schemas.openxmlformats.org/officeDocument/2006/relationships/image" Target="/ppt/media/image18.png" Id="R624fce7e65874395" /><Relationship Type="http://schemas.openxmlformats.org/officeDocument/2006/relationships/notesSlide" Target="/ppt/notesSlides/notesSlide8.xml" Id="Rc53d2c948da044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c478efd1741e9" /><Relationship Type="http://schemas.openxmlformats.org/officeDocument/2006/relationships/notesSlide" Target="/ppt/notesSlides/notesSlide9.xml" Id="Rc6862b9b65424e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f036660b6184181" /><Relationship Type="http://schemas.openxmlformats.org/officeDocument/2006/relationships/notesSlide" Target="/ppt/notesSlides/notesSlide10.xml" Id="R259e5362c7074d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55aad1d8169450b" /><Relationship Type="http://schemas.openxmlformats.org/officeDocument/2006/relationships/image" Target="/ppt/media/image19.png" Id="R730d3df4a21b4474" /><Relationship Type="http://schemas.openxmlformats.org/officeDocument/2006/relationships/image" Target="/ppt/media/image20.png" Id="Ra724c306402d4c49" /><Relationship Type="http://schemas.openxmlformats.org/officeDocument/2006/relationships/notesSlide" Target="/ppt/notesSlides/notesSlide11.xml" Id="R54d11a3ed25847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3756bbda8d64962" /><Relationship Type="http://schemas.openxmlformats.org/officeDocument/2006/relationships/image" Target="/ppt/media/image21.png" Id="Rad7aac4210ed4ea6" /><Relationship Type="http://schemas.openxmlformats.org/officeDocument/2006/relationships/image" Target="/ppt/media/image22.png" Id="R92052626a1b94cef" /><Relationship Type="http://schemas.openxmlformats.org/officeDocument/2006/relationships/notesSlide" Target="/ppt/notesSlides/notesSlide12.xml" Id="R96860437b5c240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2b464832dc8433f" /><Relationship Type="http://schemas.openxmlformats.org/officeDocument/2006/relationships/image" Target="/ppt/media/image23.png" Id="R431878056c554756" /><Relationship Type="http://schemas.openxmlformats.org/officeDocument/2006/relationships/image" Target="/ppt/media/image24.png" Id="R989929e44b7d42d2" /><Relationship Type="http://schemas.openxmlformats.org/officeDocument/2006/relationships/notesSlide" Target="/ppt/notesSlides/notesSlide13.xml" Id="Rafdb317db63d474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c7b4b8ee04f96" /><Relationship Type="http://schemas.openxmlformats.org/officeDocument/2006/relationships/notesSlide" Target="/ppt/notesSlides/notesSlide14.xml" Id="R0870e5bf206d4c8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DF2C75-CD5E-3026-3669-3EE3BD7E8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51D823A-5A52-7386-FAED-FFBB5692F1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7647548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c708370aa40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442609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7ef9a393e4f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77606" y="0"/>
            <a:ext cx="5914393" cy="5442609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962A1A-AD75-A2D0-6254-9E6B3710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V1</a:t>
            </a:r>
            <a:endParaRPr/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B86F0B-6354-4A41-A09B-16B42EF3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5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BB67E-F499-4C50-A646-91086E36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</a:defRPr>
            </a:pPr>
            <a:r>
              <a:rPr sz="1050">
                <a:solidFill>
                  <a:srgbClr val="16324A"/>
                </a:solidFill>
              </a:rPr>
              <a:t>ESP32-S3: MCU. ADS1256: ADC 24-bit sensor. TCA9548A: mux I2C. MCP4725: DAC. OPA333/LM321: pengondisi analog. ULN2003: driver output.</a:t>
            </a:r>
          </a:p>
        </p:txBody>
      </p:sp>
    </p:spTree>
    <p:extLst>
      <p:ext uri="{BB962C8B-B14F-4D97-AF65-F5344CB8AC3E}">
        <p14:creationId xmlns:p14="http://schemas.microsoft.com/office/powerpoint/2010/main" val="6305942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F89975-B516-863C-58D2-9143F4D8F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 Low Power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4A0FD33-23AE-0D86-973E-A98B762E8C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1783009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88093c72146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912429" cy="5615796"/>
          </a:xfrm>
          <a:prstGeom xmlns:a="http://schemas.openxmlformats.org/drawingml/2006/main" prst="rect">
            <a:avLst/>
          </a:prstGeom>
        </p:spPr>
      </p:pic>
      <p:pic>
        <p:nvPicPr>
          <p:cNvPr id="1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d476b5548e49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3133" y="0"/>
            <a:ext cx="5538867" cy="5615796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0B76A92-7D82-8F4D-9033-73852390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366" y="6150634"/>
            <a:ext cx="207140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Sensor MQ Module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861122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197aebb224c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01837" cy="4942936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f4132a72c143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4012" y="0"/>
            <a:ext cx="5297988" cy="501194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EE277E7-003F-00A9-6646-268A83A8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103B3-AE77-4780-87CE-A7BDD10A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5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BA1B5D-AD85-44DE-9B67-3FF36DC7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</a:defRPr>
            </a:pPr>
            <a:r>
              <a:rPr sz="1050">
                <a:solidFill>
                  <a:srgbClr val="16324A"/>
                </a:solidFill>
              </a:rPr>
              <a:t>Vs V1, dihapus: OPA333/LM321, MCP4725, ULN2003. Ditambah: OPA320 (op-amp), PCF8574 (GPIO), SHT40 (suhu/RH), TPS2116 (power mux), TPS22964 (load switch), TPS3839 (reset), TPS61175 (boost).</a:t>
            </a:r>
          </a:p>
        </p:txBody>
      </p:sp>
    </p:spTree>
    <p:extLst>
      <p:ext uri="{BB962C8B-B14F-4D97-AF65-F5344CB8AC3E}">
        <p14:creationId xmlns:p14="http://schemas.microsoft.com/office/powerpoint/2010/main" val="11086306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8be5a3f3a147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314107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5fd93c9f440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4809" y="0"/>
            <a:ext cx="5617192" cy="5314106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84801CB-19CB-563E-C535-2E2185C9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A35D62-1711-4C8E-9129-600611CF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5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AE9B1-F70E-4801-BEA0-5EDDF0F1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</a:defRPr>
            </a:pPr>
            <a:r>
              <a:rPr sz="1050">
                <a:solidFill>
                  <a:srgbClr val="16324A"/>
                </a:solidFill>
              </a:rPr>
              <a:t>Sama V2: ESP32-S3 (MCU), ADS1256 (ADC), OPA320 (op-amp), PCF8574 (GPIO), SHT40 (suhu/RH), TCA9548A (mux I2C), TPS22964 (load switch). Tidak ada penggantian IC.</a:t>
            </a:r>
          </a:p>
        </p:txBody>
      </p:sp>
    </p:spTree>
    <p:extLst>
      <p:ext uri="{BB962C8B-B14F-4D97-AF65-F5344CB8AC3E}">
        <p14:creationId xmlns:p14="http://schemas.microsoft.com/office/powerpoint/2010/main" val="3980533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a132ada574e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100031" cy="3519577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71cc82637842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00031" y="0"/>
            <a:ext cx="3664217" cy="351957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9D4CE2-C7EF-B863-2B57-4F7C96A0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V4 / ATEX</a:t>
            </a:r>
          </a:p>
        </p:txBody>
      </p:sp>
      <p:pic>
        <p:nvPicPr>
          <p:cNvPr id="1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f074b03924d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7782" y="0"/>
            <a:ext cx="3664218" cy="3597368"/>
          </a:xfrm>
          <a:prstGeom xmlns:a="http://schemas.openxmlformats.org/drawingml/2006/main" prst="rect">
            <a:avLst/>
          </a:prstGeom>
        </p:spPr>
      </p:pic>
      <p:pic>
        <p:nvPicPr>
          <p:cNvPr id="17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3e10c606049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1963" y="3573932"/>
            <a:ext cx="3490037" cy="328406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67635-DBA5-45AA-ABB1-BC68BE7E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5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DC869-E3CA-41B8-A65D-81892599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</a:defRPr>
            </a:pPr>
            <a:r>
              <a:rPr sz="1050">
                <a:solidFill>
                  <a:srgbClr val="16324A"/>
                </a:solidFill>
              </a:rPr>
              <a:t>Sama V3: BOM IC tetap. ATEX: source menunjukkan path fan GPIO7. Tidak ada penggantian IC yang terverifikasi.</a:t>
            </a:r>
          </a:p>
        </p:txBody>
      </p:sp>
    </p:spTree>
    <p:extLst>
      <p:ext uri="{BB962C8B-B14F-4D97-AF65-F5344CB8AC3E}">
        <p14:creationId xmlns:p14="http://schemas.microsoft.com/office/powerpoint/2010/main" val="7798608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9c6874b6a046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1"/>
            <a:ext cx="3804248" cy="3523458"/>
          </a:xfrm>
          <a:prstGeom xmlns:a="http://schemas.openxmlformats.org/drawingml/2006/main" prst="rect">
            <a:avLst/>
          </a:prstGeom>
        </p:spPr>
      </p:pic>
      <p:pic>
        <p:nvPicPr>
          <p:cNvPr id="2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6f672107942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04250" y="1"/>
            <a:ext cx="3881460" cy="3493314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D7FA1F-8F6B-3C76-13EF-A9912F2F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260" y="2472079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V5</a:t>
            </a:r>
          </a:p>
        </p:txBody>
      </p:sp>
      <p:pic>
        <p:nvPicPr>
          <p:cNvPr id="31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f819440e842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3493314"/>
            <a:ext cx="3579962" cy="3364686"/>
          </a:xfrm>
          <a:prstGeom xmlns:a="http://schemas.openxmlformats.org/drawingml/2006/main" prst="rect">
            <a:avLst/>
          </a:prstGeom>
        </p:spPr>
      </p:pic>
      <p:pic>
        <p:nvPicPr>
          <p:cNvPr id="3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d624d35f34b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79963" y="3493314"/>
            <a:ext cx="3770070" cy="3364686"/>
          </a:xfrm>
          <a:prstGeom xmlns:a="http://schemas.openxmlformats.org/drawingml/2006/main" prst="rect">
            <a:avLst/>
          </a:prstGeom>
        </p:spPr>
      </p:pic>
      <p:pic>
        <p:nvPicPr>
          <p:cNvPr id="33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6ca3df24043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1560" y="-30143"/>
            <a:ext cx="3756715" cy="3429001"/>
          </a:xfrm>
          <a:prstGeom xmlns:a="http://schemas.openxmlformats.org/drawingml/2006/main" prst="rect">
            <a:avLst/>
          </a:prstGeom>
        </p:spPr>
      </p:pic>
      <p:pic>
        <p:nvPicPr>
          <p:cNvPr id="34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fce7e658743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64711" y="3390232"/>
            <a:ext cx="3723564" cy="3510320"/>
          </a:xfrm>
          <a:prstGeom xmlns:a="http://schemas.openxmlformats.org/drawingml/2006/main" prst="rect">
            <a:avLst/>
          </a:prstGeom>
        </p:spPr>
      </p:pic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FE291E3-6C29-7C6D-5328-2C534832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85710" cy="3493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168292C-1875-2485-848F-7049A146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3481427"/>
            <a:ext cx="7346619" cy="3376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1755962-E175-8C59-34AF-B7FA967C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126" y="-30146"/>
            <a:ext cx="3662482" cy="6888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8C35B1-F980-4DCE-B205-771F24B6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05125"/>
            <a:ext cx="4286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6C1920-1D7C-4FBD-901B-B8809A4A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81325"/>
            <a:ext cx="40195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</a:defRPr>
            </a:pPr>
            <a:r>
              <a:rPr sz="1050">
                <a:solidFill>
                  <a:srgbClr val="16324A"/>
                </a:solidFill>
              </a:rPr>
              <a:t>Terpasang: ESP32-S3 (MCU), E22 (LoRa), CH340 (USB-UART), THVD1410 (RS-485), TPL5010 (watchdog), OLED I2C (display). Tidak ada: ADS1256, TCA9548A, PCF8574, SHT40.</a:t>
            </a:r>
          </a:p>
        </p:txBody>
      </p:sp>
    </p:spTree>
    <p:extLst>
      <p:ext uri="{BB962C8B-B14F-4D97-AF65-F5344CB8AC3E}">
        <p14:creationId xmlns:p14="http://schemas.microsoft.com/office/powerpoint/2010/main" val="39594087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36CED-5402-4C02-A358-375AC670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0CB75-7C55-4C27-815D-026E343A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</a:defRPr>
            </a:pPr>
            <a:r>
              <a:rPr sz="2250" b="1">
                <a:solidFill>
                  <a:srgbClr val="16324A"/>
                </a:solidFill>
              </a:rPr>
              <a:t>Perbandingan Teknis GLD V1–V5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71500" y="1123950"/>
          <a:ext xmlns:a="http://schemas.openxmlformats.org/drawingml/2006/main" cx="11049000" cy="52387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238250"/>
                <a:gridCol w="1047750"/>
                <a:gridCol w="4857750"/>
                <a:gridCol w="3905250"/>
              </a:tblGrid>
              <a:tr h="873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Versi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Dibanding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Perubahan IC/interface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Fungsi teknis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V1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ESP32-S3; ADS1256; TCA9548A; MCP4725; OPA333; LM321; ULN2003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MCU; ADC sensor; mux I2C; DAC; pengondisi analog; driver output</a:t>
                      </a:r>
                    </a:p>
                  </a:txBody>
                  <a:tcPr marL="91440" marR="91440" marT="45720" marB="45720"/>
                </a:tc>
              </a:tr>
              <a:tr h="873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V2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V1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−OPA333/LM321/MCP4725/ULN2003; +OPA320/PCF8574/SHT40/TPS2116/TPS22964/TPS3839/TPS61175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op-amp; GPIO; suhu/RH; power mux; load switch; reset; boost</a:t>
                      </a:r>
                    </a:p>
                  </a:txBody>
                  <a:tcPr marL="91440" marR="91440" marT="45720" marB="45720"/>
                </a:tc>
              </a:tr>
              <a:tr h="873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V3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V2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BOM IC utama sama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Tidak ada fungsi IC baru yang terverifikasi</a:t>
                      </a:r>
                    </a:p>
                  </a:txBody>
                  <a:tcPr marL="91440" marR="91440" marT="45720" marB="45720"/>
                </a:tc>
              </a:tr>
              <a:tr h="873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V4 / ATEX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V3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BOM IC utama sama; path fan GPIO7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Kontrol jalur fan</a:t>
                      </a:r>
                    </a:p>
                  </a:txBody>
                  <a:tcPr marL="91440" marR="91440" marT="45720" marB="45720"/>
                </a:tc>
              </a:tr>
              <a:tr h="873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V5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V4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+OLED I2C; −ADS1256/TCA9548A/PCF8574/SHT40 pada layout adapter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Display; tanpa blok ADC, mux, GPIO, suhu/RH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519948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6A1CF2-EECA-631B-935A-4711EDF686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37D54F-FA0B-8219-D116-8F70A923FB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34491403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0d3df4a21b44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66698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4c306402d4c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66698" y="0"/>
            <a:ext cx="166207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85AFDA-A827-58E7-2B17-4430ECD0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949" y="3347049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7844937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aac4210ed4e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0"/>
            <a:ext cx="6096000" cy="5903651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52626a1b94c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3891" y="0"/>
            <a:ext cx="6308108" cy="5903651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5C5D6F-7AEB-FF0E-A675-FBF39970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369" y="6167887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7819817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878056c5547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06947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9929e44b7d42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6947" y="0"/>
            <a:ext cx="1509076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D7AD532-AC21-DEF7-0FBC-8E37D3CA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913" y="3244334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V3</a:t>
            </a:r>
          </a:p>
        </p:txBody>
      </p:sp>
    </p:spTree>
    <p:extLst>
      <p:ext uri="{BB962C8B-B14F-4D97-AF65-F5344CB8AC3E}">
        <p14:creationId xmlns:p14="http://schemas.microsoft.com/office/powerpoint/2010/main" val="76002928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EC5AD-F4FE-4090-BA9E-8315941E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EEF7F-A609-4FDD-AE56-CFE1907A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</a:defRPr>
            </a:pPr>
            <a:r>
              <a:rPr sz="2250" b="1">
                <a:solidFill>
                  <a:srgbClr val="16324A"/>
                </a:solidFill>
              </a:rPr>
              <a:t>Perbandingan Teknis CH V1–V3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71500" y="1123950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428750"/>
                <a:gridCol w="1714500"/>
                <a:gridCol w="4762500"/>
                <a:gridCol w="3048000"/>
              </a:tblGrid>
              <a:tr h="952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Versi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Dibanding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Bukti teknis di repo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Fungsi / status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CH V1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Deck memuat gambar 3D, tetapi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IC dan fungsi per blok belum dapat diverifikasi</a:t>
                      </a:r>
                    </a:p>
                  </a:txBody>
                  <a:tcPr marL="91440" marR="91440" marT="45720" marB="45720"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CH V2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CH V1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Deck memuat gambar 3D, tetapi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Perubahan IC/interface belum dapat diverifikasi</a:t>
                      </a:r>
                    </a:p>
                  </a:txBody>
                  <a:tcPr marL="91440" marR="91440" marT="45720" marB="45720"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CH V3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CH V2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Deck memuat gambar 3D, tetapi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Perubahan IC/interface belum dapat diverifikasi</a:t>
                      </a:r>
                    </a:p>
                  </a:txBody>
                  <a:tcPr marL="91440" marR="91440" marT="45720" marB="45720"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Source CH tersedia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Bukan pemetaan V1–V3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CH E220 Ver4: ESP32-S3, E22, BQ25185, TPS63020, TLV70233, TPL5010, CH340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MCU; LoRa; charger; buck-boost; LDO 3.3 V; watchdog; USB-UART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500548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2026-10-02T04:27:38.3990000Z</dcterms:created>
  <dcterms:modified xsi:type="dcterms:W3CDTF">2026-10-02T04:27:38.3990000Z</dcterms:modified>
</coreProperties>
</file>