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71bb372d8647ca" /><Relationship Type="http://schemas.openxmlformats.org/officeDocument/2006/relationships/extended-properties" Target="/docProps/app.xml" Id="R3c9cdf77df5a4ccd" /><Relationship Type="http://schemas.openxmlformats.org/officeDocument/2006/relationships/officeDocument" Target="/ppt/presentation.xml" Id="R98c4fb4445b8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2f989fd76c43f2"/>
  </p:sldMasterIdLst>
  <p:notesMasterIdLst>
    <p:notesMasterId xmlns:r="http://schemas.openxmlformats.org/officeDocument/2006/relationships" r:id="Rc2eaf69575ca46b6"/>
  </p:notesMasterIdLst>
  <p:sldIdLst>
    <p:sldId xmlns:r="http://schemas.openxmlformats.org/officeDocument/2006/relationships" id="256" r:id="Rf5a1dd2096fe42ea"/>
    <p:sldId xmlns:r="http://schemas.openxmlformats.org/officeDocument/2006/relationships" id="257" r:id="R98ddad71d0644b8e"/>
    <p:sldId xmlns:r="http://schemas.openxmlformats.org/officeDocument/2006/relationships" id="258" r:id="R648aef2073ad4261"/>
    <p:sldId xmlns:r="http://schemas.openxmlformats.org/officeDocument/2006/relationships" id="259" r:id="R19aac211d5854482"/>
    <p:sldId xmlns:r="http://schemas.openxmlformats.org/officeDocument/2006/relationships" id="260" r:id="Rdeaae07c15e44f7e"/>
    <p:sldId xmlns:r="http://schemas.openxmlformats.org/officeDocument/2006/relationships" id="261" r:id="R34355148634d4afb"/>
    <p:sldId xmlns:r="http://schemas.openxmlformats.org/officeDocument/2006/relationships" id="262" r:id="R9cfb2bbe6770410e"/>
    <p:sldId xmlns:r="http://schemas.openxmlformats.org/officeDocument/2006/relationships" id="263" r:id="R5e1b11b0d3a146ae"/>
    <p:sldId xmlns:r="http://schemas.openxmlformats.org/officeDocument/2006/relationships" id="264" r:id="R2eaa6f0b14c2403f"/>
    <p:sldId xmlns:r="http://schemas.openxmlformats.org/officeDocument/2006/relationships" id="265" r:id="R12ec5079c7b44806"/>
    <p:sldId xmlns:r="http://schemas.openxmlformats.org/officeDocument/2006/relationships" id="266" r:id="R65bbd4c679ca44c4"/>
    <p:sldId xmlns:r="http://schemas.openxmlformats.org/officeDocument/2006/relationships" id="267" r:id="Rdc56a999238344ee"/>
    <p:sldId xmlns:r="http://schemas.openxmlformats.org/officeDocument/2006/relationships" id="268" r:id="R1a367f232098407b"/>
    <p:sldId xmlns:r="http://schemas.openxmlformats.org/officeDocument/2006/relationships" id="269" r:id="R385e7e08f4794e31"/>
    <p:sldId xmlns:r="http://schemas.openxmlformats.org/officeDocument/2006/relationships" id="270" r:id="Re9b25c277b6d4ea9"/>
    <p:sldId xmlns:r="http://schemas.openxmlformats.org/officeDocument/2006/relationships" id="271" r:id="R4fefcf2e692d44c8"/>
    <p:sldId xmlns:r="http://schemas.openxmlformats.org/officeDocument/2006/relationships" id="272" r:id="R9f4bb4af5cd74d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0bc468f68946a5" /><Relationship Type="http://schemas.openxmlformats.org/officeDocument/2006/relationships/slideMaster" Target="/ppt/slideMasters/slideMaster1.xml" Id="R6a2f989fd76c43f2" /><Relationship Type="http://schemas.openxmlformats.org/officeDocument/2006/relationships/notesMaster" Target="/ppt/notesMasters/notesMaster1.xml" Id="Rc2eaf69575ca46b6" /><Relationship Type="http://schemas.openxmlformats.org/officeDocument/2006/relationships/presProps" Target="/ppt/presProps.xml" Id="R45094e5a68e94953" /><Relationship Type="http://schemas.openxmlformats.org/officeDocument/2006/relationships/viewProps" Target="/ppt/viewProps.xml" Id="R7b28826014184e65" /><Relationship Type="http://schemas.openxmlformats.org/officeDocument/2006/relationships/tableStyles" Target="/ppt/tableStyles.xml" Id="R7145bb46e94d48fb" /><Relationship Type="http://schemas.openxmlformats.org/officeDocument/2006/relationships/slide" Target="/ppt/slides/slide1.xml" Id="Rf5a1dd2096fe42ea" /><Relationship Type="http://schemas.openxmlformats.org/officeDocument/2006/relationships/slide" Target="/ppt/slides/slide2.xml" Id="R98ddad71d0644b8e" /><Relationship Type="http://schemas.openxmlformats.org/officeDocument/2006/relationships/slide" Target="/ppt/slides/slide3.xml" Id="R648aef2073ad4261" /><Relationship Type="http://schemas.openxmlformats.org/officeDocument/2006/relationships/slide" Target="/ppt/slides/slide4.xml" Id="R19aac211d5854482" /><Relationship Type="http://schemas.openxmlformats.org/officeDocument/2006/relationships/slide" Target="/ppt/slides/slide5.xml" Id="Rdeaae07c15e44f7e" /><Relationship Type="http://schemas.openxmlformats.org/officeDocument/2006/relationships/slide" Target="/ppt/slides/slide6.xml" Id="R34355148634d4afb" /><Relationship Type="http://schemas.openxmlformats.org/officeDocument/2006/relationships/slide" Target="/ppt/slides/slide7.xml" Id="R9cfb2bbe6770410e" /><Relationship Type="http://schemas.openxmlformats.org/officeDocument/2006/relationships/slide" Target="/ppt/slides/slide8.xml" Id="R5e1b11b0d3a146ae" /><Relationship Type="http://schemas.openxmlformats.org/officeDocument/2006/relationships/slide" Target="/ppt/slides/slide9.xml" Id="R2eaa6f0b14c2403f" /><Relationship Type="http://schemas.openxmlformats.org/officeDocument/2006/relationships/slide" Target="/ppt/slides/slide10.xml" Id="R12ec5079c7b44806" /><Relationship Type="http://schemas.openxmlformats.org/officeDocument/2006/relationships/slide" Target="/ppt/slides/slide11.xml" Id="R65bbd4c679ca44c4" /><Relationship Type="http://schemas.openxmlformats.org/officeDocument/2006/relationships/slide" Target="/ppt/slides/slide12.xml" Id="Rdc56a999238344ee" /><Relationship Type="http://schemas.openxmlformats.org/officeDocument/2006/relationships/slide" Target="/ppt/slides/slide13.xml" Id="R1a367f232098407b" /><Relationship Type="http://schemas.openxmlformats.org/officeDocument/2006/relationships/slide" Target="/ppt/slides/slide14.xml" Id="R385e7e08f4794e31" /><Relationship Type="http://schemas.openxmlformats.org/officeDocument/2006/relationships/slide" Target="/ppt/slides/slide15.xml" Id="Re9b25c277b6d4ea9" /><Relationship Type="http://schemas.openxmlformats.org/officeDocument/2006/relationships/slide" Target="/ppt/slides/slide16.xml" Id="R4fefcf2e692d44c8" /><Relationship Type="http://schemas.openxmlformats.org/officeDocument/2006/relationships/slide" Target="/ppt/slides/slide17.xml" Id="R9f4bb4af5cd74d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40371a310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722f7905574c3e" /><Relationship Type="http://schemas.openxmlformats.org/officeDocument/2006/relationships/notesMaster" Target="/ppt/notesMasters/notesMaster1.xml" Id="R9dc71f7d6dc441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0174e8676b4e61" /><Relationship Type="http://schemas.openxmlformats.org/officeDocument/2006/relationships/notesMaster" Target="/ppt/notesMasters/notesMaster1.xml" Id="Rd722636c897146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593339985745cf" /><Relationship Type="http://schemas.openxmlformats.org/officeDocument/2006/relationships/notesMaster" Target="/ppt/notesMasters/notesMaster1.xml" Id="R1b7e7d573a0e4c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1f1c78f9d643c3" /><Relationship Type="http://schemas.openxmlformats.org/officeDocument/2006/relationships/notesMaster" Target="/ppt/notesMasters/notesMaster1.xml" Id="Rfda6feb544c64d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7f4cad8c024b96" /><Relationship Type="http://schemas.openxmlformats.org/officeDocument/2006/relationships/notesMaster" Target="/ppt/notesMasters/notesMaster1.xml" Id="Rd233bc7bf67443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f63238c34e41e5" /><Relationship Type="http://schemas.openxmlformats.org/officeDocument/2006/relationships/notesMaster" Target="/ppt/notesMasters/notesMaster1.xml" Id="R43ea7040234d44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ea3422e4c94225" /><Relationship Type="http://schemas.openxmlformats.org/officeDocument/2006/relationships/notesMaster" Target="/ppt/notesMasters/notesMaster1.xml" Id="R635a585e5ac04f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df66d40afc44eb" /><Relationship Type="http://schemas.openxmlformats.org/officeDocument/2006/relationships/notesMaster" Target="/ppt/notesMasters/notesMaster1.xml" Id="Ra29855285dd940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a20a8f6e794006" /><Relationship Type="http://schemas.openxmlformats.org/officeDocument/2006/relationships/notesMaster" Target="/ppt/notesMasters/notesMaster1.xml" Id="R8c59b8390a724d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492025584147ce" /><Relationship Type="http://schemas.openxmlformats.org/officeDocument/2006/relationships/notesMaster" Target="/ppt/notesMasters/notesMaster1.xml" Id="R9dd7e53b9cb044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025359458844d8" /><Relationship Type="http://schemas.openxmlformats.org/officeDocument/2006/relationships/notesMaster" Target="/ppt/notesMasters/notesMaster1.xml" Id="R5791b9f8fc4141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4260c2c00d4df2" /><Relationship Type="http://schemas.openxmlformats.org/officeDocument/2006/relationships/notesMaster" Target="/ppt/notesMasters/notesMaster1.xml" Id="R1a44f8cae7aa40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4e771cf8844758" /><Relationship Type="http://schemas.openxmlformats.org/officeDocument/2006/relationships/notesMaster" Target="/ppt/notesMasters/notesMaster1.xml" Id="Racc281ac72c347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cf7d92b8814b08" /><Relationship Type="http://schemas.openxmlformats.org/officeDocument/2006/relationships/notesMaster" Target="/ppt/notesMasters/notesMaster1.xml" Id="R7b820e6fd6a64c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9018c5ec95495d" /><Relationship Type="http://schemas.openxmlformats.org/officeDocument/2006/relationships/notesMaster" Target="/ppt/notesMasters/notesMaster1.xml" Id="R5406be45462f48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e363343d1b4c8f" /><Relationship Type="http://schemas.openxmlformats.org/officeDocument/2006/relationships/notesMaster" Target="/ppt/notesMasters/notesMaster1.xml" Id="Reb875692a0d44e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7b7d3227b647ea" /><Relationship Type="http://schemas.openxmlformats.org/officeDocument/2006/relationships/notesMaster" Target="/ppt/notesMasters/notesMaster1.xml" Id="R886abb564fc8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firmware/gld/include/BoardPinsGLD2.h; output/diagrams/gld2/component-pins.csv.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docs/wiring/gld-project-ver2-2026-07-01/GLD2-functional-test-plan-draft.md; firmware/gld/include/BoardPinsGLD2.h.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docs/wiring/gld-project-ver2-2026-07-01/source-GLD_Project.zip; source-GLD2.zip; docs/wiring/Board_GLD3.zip; docs/wiring/GLD ATEX.zip; docs/wiring/GLD5.zip; firmware/gld/include/BoardPinsGLD2.h; firmware/gld/include/BoardPinsGLDATEX.h.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docs/wiring/gld-project-ver2-2026-07-01/GLD2-nulling-live-findings-2026-08-19.md; docs/wiring/ch-dual-radio-e220-ver4-2026-07-21/README.md; docs/wiring/ch-dual-radio-e220-ver4-2026-07-21/1-PCB_PCB_dualRadioCH_E220Ver4.json.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docs/wiring/ch-dual-radio-e220-ver4-2026-07-21/README.md; docs/wiring/ch-dual-radio-e220-ver4-2026-07-21/1-PCB_PCB_dualRadioCH_E220Ver4.json; docs/wiring/Source_CH_Board_Kecil/Source_CH_Board_Kecil.zip.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21ce4888441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9018141e243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0098b88cb46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afb16fe2a4d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37aec8048349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11c1d14694a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206bf5edc4b5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04a59df45749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4c26af197456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2496f7afb4b4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f59b701e14a4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994c66c67a4cc8" /><Relationship Type="http://schemas.openxmlformats.org/officeDocument/2006/relationships/slideLayout" Target="/ppt/slideLayouts/slideLayout1.xml" Id="R4df7cb3786784843" /><Relationship Type="http://schemas.openxmlformats.org/officeDocument/2006/relationships/slideLayout" Target="/ppt/slideLayouts/slideLayout2.xml" Id="R5aa17b5e6629421a" /><Relationship Type="http://schemas.openxmlformats.org/officeDocument/2006/relationships/slideLayout" Target="/ppt/slideLayouts/slideLayout3.xml" Id="R8ffda1f04730455c" /><Relationship Type="http://schemas.openxmlformats.org/officeDocument/2006/relationships/slideLayout" Target="/ppt/slideLayouts/slideLayout4.xml" Id="R26da9b23d01845cd" /><Relationship Type="http://schemas.openxmlformats.org/officeDocument/2006/relationships/slideLayout" Target="/ppt/slideLayouts/slideLayout5.xml" Id="R6d4f6cc899db4eee" /><Relationship Type="http://schemas.openxmlformats.org/officeDocument/2006/relationships/slideLayout" Target="/ppt/slideLayouts/slideLayout6.xml" Id="Rbdebd41eef0b428a" /><Relationship Type="http://schemas.openxmlformats.org/officeDocument/2006/relationships/slideLayout" Target="/ppt/slideLayouts/slideLayout7.xml" Id="Rff3bdaff6f654f97" /><Relationship Type="http://schemas.openxmlformats.org/officeDocument/2006/relationships/slideLayout" Target="/ppt/slideLayouts/slideLayout8.xml" Id="Rf2fa3131ff62496e" /><Relationship Type="http://schemas.openxmlformats.org/officeDocument/2006/relationships/slideLayout" Target="/ppt/slideLayouts/slideLayout9.xml" Id="R8d474b99363e4527" /><Relationship Type="http://schemas.openxmlformats.org/officeDocument/2006/relationships/slideLayout" Target="/ppt/slideLayouts/slideLayout10.xml" Id="R2ad2b077d0b34ab2" /><Relationship Type="http://schemas.openxmlformats.org/officeDocument/2006/relationships/slideLayout" Target="/ppt/slideLayouts/slideLayout11.xml" Id="Rafd2ae4085df40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f7cb3786784843"/>
    <p:sldLayoutId xmlns:r="http://schemas.openxmlformats.org/officeDocument/2006/relationships" id="2147483650" r:id="R5aa17b5e6629421a"/>
    <p:sldLayoutId xmlns:r="http://schemas.openxmlformats.org/officeDocument/2006/relationships" id="2147483651" r:id="R8ffda1f04730455c"/>
    <p:sldLayoutId xmlns:r="http://schemas.openxmlformats.org/officeDocument/2006/relationships" id="2147483652" r:id="R26da9b23d01845cd"/>
    <p:sldLayoutId xmlns:r="http://schemas.openxmlformats.org/officeDocument/2006/relationships" id="2147483653" r:id="R6d4f6cc899db4eee"/>
    <p:sldLayoutId xmlns:r="http://schemas.openxmlformats.org/officeDocument/2006/relationships" id="2147483654" r:id="Rbdebd41eef0b428a"/>
    <p:sldLayoutId xmlns:r="http://schemas.openxmlformats.org/officeDocument/2006/relationships" id="2147483655" r:id="Rff3bdaff6f654f97"/>
    <p:sldLayoutId xmlns:r="http://schemas.openxmlformats.org/officeDocument/2006/relationships" id="2147483656" r:id="Rf2fa3131ff62496e"/>
    <p:sldLayoutId xmlns:r="http://schemas.openxmlformats.org/officeDocument/2006/relationships" id="2147483657" r:id="R8d474b99363e4527"/>
    <p:sldLayoutId xmlns:r="http://schemas.openxmlformats.org/officeDocument/2006/relationships" id="2147483658" r:id="R2ad2b077d0b34ab2"/>
    <p:sldLayoutId xmlns:r="http://schemas.openxmlformats.org/officeDocument/2006/relationships" id="2147483659" r:id="Rafd2ae4085df40e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770923c064480f" /><Relationship Type="http://schemas.openxmlformats.org/officeDocument/2006/relationships/notesSlide" Target="/ppt/notesSlides/notesSlide1.xml" Id="R686d4d76285449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09df9938d41d6" /><Relationship Type="http://schemas.openxmlformats.org/officeDocument/2006/relationships/image" Target="/ppt/media/image.png" Id="R11b63b2e9a554091" /><Relationship Type="http://schemas.openxmlformats.org/officeDocument/2006/relationships/image" Target="/ppt/media/image2.png" Id="Rd697ab6119d3450c" /><Relationship Type="http://schemas.openxmlformats.org/officeDocument/2006/relationships/notesSlide" Target="/ppt/notesSlides/notesSlide2.xml" Id="R7d5f9b4e93934e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142c3beb7543a0" /><Relationship Type="http://schemas.openxmlformats.org/officeDocument/2006/relationships/notesSlide" Target="/ppt/notesSlides/notesSlide3.xml" Id="R5042bce02f834d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56cb06e5564c17" /><Relationship Type="http://schemas.openxmlformats.org/officeDocument/2006/relationships/image" Target="/ppt/media/image3.png" Id="R27cfdb2b6e594180" /><Relationship Type="http://schemas.openxmlformats.org/officeDocument/2006/relationships/image" Target="/ppt/media/image4.png" Id="R2a7c5b49f20d4f7f" /><Relationship Type="http://schemas.openxmlformats.org/officeDocument/2006/relationships/notesSlide" Target="/ppt/notesSlides/notesSlide4.xml" Id="Rbcfc0aeaa06440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f8cc4de5254b1b" /><Relationship Type="http://schemas.openxmlformats.org/officeDocument/2006/relationships/notesSlide" Target="/ppt/notesSlides/notesSlide5.xml" Id="R8019e6d9b97549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e1765c36894135" /><Relationship Type="http://schemas.openxmlformats.org/officeDocument/2006/relationships/image" Target="/ppt/media/image5.png" Id="R077ce2ce69eb4236" /><Relationship Type="http://schemas.openxmlformats.org/officeDocument/2006/relationships/image" Target="/ppt/media/image6.png" Id="R47ea7e59e951482c" /><Relationship Type="http://schemas.openxmlformats.org/officeDocument/2006/relationships/notesSlide" Target="/ppt/notesSlides/notesSlide6.xml" Id="Re009e9270fab4d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b57fe199004295" /><Relationship Type="http://schemas.openxmlformats.org/officeDocument/2006/relationships/notesSlide" Target="/ppt/notesSlides/notesSlide7.xml" Id="Rcd94d1c4df1744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763310f7264e56" /><Relationship Type="http://schemas.openxmlformats.org/officeDocument/2006/relationships/image" Target="/ppt/media/image7.png" Id="Rc180da8cfe5349c4" /><Relationship Type="http://schemas.openxmlformats.org/officeDocument/2006/relationships/image" Target="/ppt/media/image8.png" Id="R06e5e8e67a1c4237" /><Relationship Type="http://schemas.openxmlformats.org/officeDocument/2006/relationships/notesSlide" Target="/ppt/notesSlides/notesSlide8.xml" Id="R6688ad34476148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acf08d8f1941d9" /><Relationship Type="http://schemas.openxmlformats.org/officeDocument/2006/relationships/image" Target="/ppt/media/image9.png" Id="Rce11a31da99f4d83" /><Relationship Type="http://schemas.openxmlformats.org/officeDocument/2006/relationships/image" Target="/ppt/media/image10.png" Id="R6e990291da2c4a58" /><Relationship Type="http://schemas.openxmlformats.org/officeDocument/2006/relationships/image" Target="/ppt/media/image11.png" Id="R9699dbd5f7ce4e3e" /><Relationship Type="http://schemas.openxmlformats.org/officeDocument/2006/relationships/image" Target="/ppt/media/image12.png" Id="Rdbbfa21c40254e41" /><Relationship Type="http://schemas.openxmlformats.org/officeDocument/2006/relationships/notesSlide" Target="/ppt/notesSlides/notesSlide9.xml" Id="R0e2cd67cf9c441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7ee4c90c374262" /><Relationship Type="http://schemas.openxmlformats.org/officeDocument/2006/relationships/image" Target="/ppt/media/image13.png" Id="Rc36e6390af664f5a" /><Relationship Type="http://schemas.openxmlformats.org/officeDocument/2006/relationships/image" Target="/ppt/media/image14.png" Id="Rd5cc428e0c21408b" /><Relationship Type="http://schemas.openxmlformats.org/officeDocument/2006/relationships/image" Target="/ppt/media/image15.png" Id="Rcc863e4c802540bd" /><Relationship Type="http://schemas.openxmlformats.org/officeDocument/2006/relationships/image" Target="/ppt/media/image16.png" Id="Recd33773d291439d" /><Relationship Type="http://schemas.openxmlformats.org/officeDocument/2006/relationships/image" Target="/ppt/media/image17.png" Id="Rf5af713722c845a1" /><Relationship Type="http://schemas.openxmlformats.org/officeDocument/2006/relationships/image" Target="/ppt/media/image18.png" Id="R2f31e688946e439d" /><Relationship Type="http://schemas.openxmlformats.org/officeDocument/2006/relationships/notesSlide" Target="/ppt/notesSlides/notesSlide10.xml" Id="R98b82b241c2342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e84d61f4fa4d0b" /><Relationship Type="http://schemas.openxmlformats.org/officeDocument/2006/relationships/notesSlide" Target="/ppt/notesSlides/notesSlide11.xml" Id="Rfd2d1f908bb847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20b87b95424f9f" /><Relationship Type="http://schemas.openxmlformats.org/officeDocument/2006/relationships/notesSlide" Target="/ppt/notesSlides/notesSlide12.xml" Id="Rd4b99d38aa0046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b26dc468704223" /><Relationship Type="http://schemas.openxmlformats.org/officeDocument/2006/relationships/image" Target="/ppt/media/image19.png" Id="Rd7c658b5c9b94746" /><Relationship Type="http://schemas.openxmlformats.org/officeDocument/2006/relationships/image" Target="/ppt/media/image20.png" Id="R176ed17dd3ce45b7" /><Relationship Type="http://schemas.openxmlformats.org/officeDocument/2006/relationships/notesSlide" Target="/ppt/notesSlides/notesSlide13.xml" Id="R2055290807d348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ac9c051fd14abb" /><Relationship Type="http://schemas.openxmlformats.org/officeDocument/2006/relationships/image" Target="/ppt/media/image21.png" Id="R8039789baef64f67" /><Relationship Type="http://schemas.openxmlformats.org/officeDocument/2006/relationships/image" Target="/ppt/media/image22.png" Id="Rc4fbe77409bd48c2" /><Relationship Type="http://schemas.openxmlformats.org/officeDocument/2006/relationships/notesSlide" Target="/ppt/notesSlides/notesSlide14.xml" Id="R5cbde0b497a34e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b58b09fa4b49a7" /><Relationship Type="http://schemas.openxmlformats.org/officeDocument/2006/relationships/image" Target="/ppt/media/image23.png" Id="R541ccec753a94fbf" /><Relationship Type="http://schemas.openxmlformats.org/officeDocument/2006/relationships/image" Target="/ppt/media/image24.png" Id="Rba364d06cf104765" /><Relationship Type="http://schemas.openxmlformats.org/officeDocument/2006/relationships/notesSlide" Target="/ppt/notesSlides/notesSlide15.xml" Id="R58049513bb6743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1c4dbd6d5d4a1a" /><Relationship Type="http://schemas.openxmlformats.org/officeDocument/2006/relationships/notesSlide" Target="/ppt/notesSlides/notesSlide16.xml" Id="Re3e1edf15b17431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434707c4e490c" /><Relationship Type="http://schemas.openxmlformats.org/officeDocument/2006/relationships/notesSlide" Target="/ppt/notesSlides/notesSlide17.xml" Id="Rf319de3c28c84c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63b2e9a554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7ab6119d345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FA2AD-52C7-4728-86BE-830D04CC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29125"/>
            <a:ext cx="1152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33375" y="4429125"/>
          <a:ext xmlns:a="http://schemas.openxmlformats.org/drawingml/2006/main" cx="11525250" cy="142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19250"/>
                <a:gridCol w="990600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— baseline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footprint/sirkuit sensor menyatu pada motherboard (gambar PCB); MCP4725 terdapat di source V1.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dan SHT40 tidak ditemukan pada motherboard V1.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Tersedia pada source V1 untuk blok analog.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fdb2b6e59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c5b49f20d4f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020D9-5819-47F4-9011-60A404FA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DDBD6-B2DD-4DF5-B28C-806F3BA8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dalam Rantai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73D5E-B7C8-4049-B717-976739A5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Delapan modul adalah sumber data; motherboard menyalakan, memilih, men-null, lalu mengubah sinyal menjadi data digital.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0ECE3-4B2D-4FB4-84C6-39220B6C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190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E91FD-28D9-4B0A-B37A-804049D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BBF66-25D5-4AF7-AA5D-E851773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1. Elemen MQ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860FC-A11C-4D0A-B721-876F4D26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88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MQ8, MQ135, MQ3, MQ5, MQ4, MQ7, MQ6, MQ2. Heater dan elemen sensor berada pada modul.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D1098-DFE9-4552-B121-98547DF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6A4D-FB23-4CB8-B88C-D140D559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2860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1F2D6-8AD5-43B6-A42A-D2716000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C6CC2-CB2B-4B3E-B685-5B5BAFCA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049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2. Slot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49890-09CA-4C67-961E-2C74255E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28800"/>
            <a:ext cx="1981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+5V, GND, VMID, AIN, SDA/SCL cabang, dan EN tersedia pada header modul.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E6060-51E6-46E2-8534-B33CC195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90725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AIN0–7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4C7C3-2D6C-4190-886D-E1839A57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4095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3700A-AF98-42BB-BAFC-D48D127B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3CE02-D76D-47E3-ADDB-2914DE08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790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3. Akuisisi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C3F0F-0949-4125-99A0-DC6F74CD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790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Filter analog → ADS1256. ESP32-S3 membaca delapan kanal dan membentuk data/telemetri.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242D5-EAA8-4777-8D09-0E9D42EA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21839-5D0E-490C-9F7A-77CA23EF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8CEC2-D4AF-4C72-973A-BCE304DA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Daya per modul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320E8-141A-448C-91DE-48101398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PCF8574 (0x20) mengeluarkan EN0–EN7. EN mengendalikan TPS22919; rail sensor dapat dipilih ON/OFF.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EB43B-D409-4D4B-B0CC-C71DC0C6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pilih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8336B-EFA9-4290-9078-D4CC37D9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BC120-70D0-4E8E-8122-0B22AA7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61CA15-97E8-4AEF-B1DF-51FD17A1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3857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I2C per cabang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A17D8-530D-410F-883F-6C2A1A46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1624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TCA9548A (0x71) memilih SDA/SCL cabang. MCP4725 setiap cabang beralamat sama: 0x60.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8BFEA-AB36-49D1-BD42-F5BFF1E3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4FE73-2DCF-4812-98B0-3A396AA4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1428750" cy="1619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8D3AC6-6029-4E5A-B9B3-DB9FC6CE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FD76A9-7DAF-4F93-8B8F-E7D9CCA0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38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A36061-09D9-4804-8715-1E9A5577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62425"/>
            <a:ext cx="1123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MCP4725 memberi tegangan DAC saat prosedur nulling.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E889F7-515C-45B0-9E74-14F58D9A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Bukti: source-GLD2.zip, BoardPinsGLD2.h, dan temuan live COM3 2026-08-19. Ini menjelaskan arsitektur GLD2; bukan klaim hasil gas/field test saat ini.</a:t>
            </a:r>
          </a:p>
        </p:txBody>
      </p:sp>
    </p:spTree>
    <p:extLst>
      <p:ext uri="{BB962C8B-B14F-4D97-AF65-F5344CB8AC3E}">
        <p14:creationId xmlns:p14="http://schemas.microsoft.com/office/powerpoint/2010/main" val="1022058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ce2ce69eb4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a7e59e951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1AB58-645F-4A31-A9D8-0AB214E3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286250"/>
            <a:ext cx="1152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286250"/>
          <a:ext xmlns:a="http://schemas.openxmlformats.org/drawingml/2006/main" cx="11525250" cy="166687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77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Menyatu pada motherboard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Terpisah sebagai sensor module eksternal melalui H2/H1/H3–H8.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INA333 + OPA333 + 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OPA320; ADS1256 tetap membaca AIN0–AIN7.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P0–P7 → EN0–EN7; TPS22919 mengendalikan rail sensor.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pada root I2C 0x44.</a:t>
                      </a:r>
                    </a:p>
                  </a:txBody>
                  <a:tcPr marL="91440" marR="91440" marT="45720" marB="45720"/>
                </a:tc>
              </a:tr>
              <a:tr h="277813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ada; MCP di 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tetap ada; MCP4725 berada per module dan dipilih via TCA 0x71.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ADB15-6929-4B66-9FCA-C3CA0974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28A92-26DA-4C07-A883-9D4A85F7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Pemetaan 8 Sensor Module GLD2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B7044-4AB8-4188-A6AB-BD890AC6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Pemetaan ini harus dipakai saat akses MCP4725/nulling karena urutan EN tidak sama dengan urutan sensor fisik.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524000" y="1285875"/>
          <a:ext xmlns:a="http://schemas.openxmlformats.org/drawingml/2006/main" cx="9144000" cy="4000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2095500"/>
                <a:gridCol w="2095500"/>
                <a:gridCol w="1524000"/>
                <a:gridCol w="2095500"/>
              </a:tblGrid>
              <a:tr h="444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Header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PCF / EN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TCA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ADS1256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P0 / EN0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AIN0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MQ135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P6 / EN6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AIN1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P7 / EN7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AIN2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P3 / EN3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P4 / EN4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AIN4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P5 / EN5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AIN5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P2 / EN2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AIN6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MQ2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P1 / EN1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AIN7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DD5D6-90F3-4115-A85F-1A4C287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F24EA-6A2A-43C7-8C7E-6BE7ED96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95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Urutan akses yang terbukti pada GLD2: matikan switch lain → aktifkan EN target → pilih TCA pasangannya → akses MCP 0x60. Root I2C: PCF8574 0x20, SHT40 0x44, TCA9548A 0x71.</a:t>
            </a:r>
          </a:p>
        </p:txBody>
      </p:sp>
    </p:spTree>
    <p:extLst>
      <p:ext uri="{BB962C8B-B14F-4D97-AF65-F5344CB8AC3E}">
        <p14:creationId xmlns:p14="http://schemas.microsoft.com/office/powerpoint/2010/main" val="8140340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0da8cfe5349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5e8e67a1c42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BA143-7ED9-4E0F-8F64-6D22F924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76750"/>
            <a:ext cx="1152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33375" y="4476750"/>
          <a:ext xmlns:a="http://schemas.openxmlformats.org/drawingml/2006/main" cx="11525250" cy="1428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76375"/>
                <a:gridCol w="3238500"/>
                <a:gridCol w="666750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 via H2/H1/H3–H8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I2C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+5VA, TCA9548A, 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Blok acquisition utama sama pada source; tidak ada IC baru yang ditemukan.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1a31da99f4d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90291da2c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 / ATEX</a:t>
            </a:r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9dbd5f7ce4e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fa21c40254e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13246-10DD-4429-A92A-EE8B4247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81438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238125" y="3143250"/>
          <a:ext xmlns:a="http://schemas.openxmlformats.org/drawingml/2006/main" cx="8143875" cy="2762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81125"/>
                <a:gridCol w="2381250"/>
                <a:gridCol w="4238625"/>
              </a:tblGrid>
              <a:tr h="460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Module eksternal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module eksternal.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+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OPA320 + ADS1256.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 + SHT40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PCF8574 + SHT40.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/ nulling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+5VA; TCA/MCP per module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basis acquisition yang sama.</a:t>
                      </a:r>
                    </a:p>
                  </a:txBody>
                  <a:tcPr marL="91440" marR="91440" marT="45720" marB="45720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Profile firmware menambah jalur kontrol fan GPIO7; bukan bukti sertifikasi ATEX.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e6390af66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c428e0c2140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3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63e4c802540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33773d29143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f713722c845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1e688946e43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11BEA-3A2A-4628-9C92-C31AEDC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43338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7667625" y="1952625"/>
          <a:ext xmlns:a="http://schemas.openxmlformats.org/drawingml/2006/main" cx="4333875" cy="3905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28750"/>
                <a:gridCol w="2762250"/>
              </a:tblGrid>
              <a:tr h="5578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V5 adapter vs V4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Letak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slot/modul sensor pada PCB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Analog / OPA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OPA320 dan ADS1256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 / rail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PCF8574, TPS22919, dan TCA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Sensor env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SHT40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+5VA tidak ada pada adapter.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Arti sistem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sensor dihapus; V5 adalah board interface (E22, USB-UART, RS-485, OLED).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E230D-A630-4BCB-9515-8D730B6E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9A07D-12CB-4458-AE25-DC0A6BC4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GLD V1–V5: Posisi Sensor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2A5D4-FA1D-4241-ACEB-DD3FFAF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Versi visual dibandingkan dari artefak PCB yang tersedia. Detail mapping header yang lengkap hanya terverifikasi untuk GLD2.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143000"/>
          <a:ext xmlns:a="http://schemas.openxmlformats.org/drawingml/2006/main" cx="11144250" cy="4857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333500"/>
                <a:gridCol w="3524250"/>
                <a:gridCol w="3048000"/>
                <a:gridCol w="3238500"/>
              </a:tblGrid>
              <a:tr h="809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Akuisisi / sensor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Perubahan board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Batas bukti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ADS1256, TCA9548A, MCP4725; blok analog OPA333/LM321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Baseline visual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mapping header lengkap yang dipasangkan ke slide V1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V2 / GLD2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8 slot: PCF+TPS22919, TCA, MCP4725, ADS1256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Pemetaan H2/H1/H3–H8 terverifikasi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wiring dan hasil nulling 8/8 pada COM3 historis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BOM IC utama sama dengan GLD2 source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penggantian IC utama yang ditemukan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menyamakan layout fisik tanpa source per-version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V4 / ATEX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Basis acquisition tetap sama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Fan GPIO7 pada profile firmware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Bukan bukti sertifikasi ATEX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muncul pada layout adapter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Adapter: E22/USB-UART/RS-485/OLED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disimpulkan bahwa sensor module hilang dari sistem lengkap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342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658b5c9b94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ed17dd3ce45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72E30-9AEB-4444-9681-B6C99BD3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38250"/>
            <a:ext cx="7953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714750" y="1238250"/>
          <a:ext xmlns:a="http://schemas.openxmlformats.org/drawingml/2006/main" cx="7953375" cy="31432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6000750"/>
              </a:tblGrid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 — baseline visual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 / daya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memanjang dengan holder baterai; dua konektor SMA terlihat pada gambar.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lewat radio; bukan board ADC atau sensor module.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Radio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Dua konektor SMA terlihat, tetapi nomor radio dan detail interface tidak dapat dipastikan tanpa PCB JSON/BOM yang cocok.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fungsi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source PCB/BOM yang dipetakan eksplisit ke CH V1.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9789baef64f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be77409bd48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1CC6B-FC4D-4942-A6DD-5A39AF1B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05250"/>
            <a:ext cx="11334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28625" y="3905250"/>
          <a:ext xmlns:a="http://schemas.openxmlformats.org/drawingml/2006/main" cx="11334750" cy="1952625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666875"/>
                <a:gridCol w="3429000"/>
                <a:gridCol w="6096000"/>
              </a:tblGrid>
              <a:tr h="3905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Papan memanjang + holder baterai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 pada gambar.</a:t>
                      </a:r>
                    </a:p>
                  </a:txBody>
                  <a:tcPr marL="91440" marR="91440" marT="45720" marB="45720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radio dari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Peran tetap setelah GLD/E22; bukan jalur analog sensor.</a:t>
                      </a:r>
                    </a:p>
                  </a:txBody>
                  <a:tcPr marL="91440" marR="91440" marT="45720" marB="45720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boleh mengklaim perubahan IC hanya dari gambar 3D.</a:t>
                      </a:r>
                    </a:p>
                  </a:txBody>
                  <a:tcPr marL="91440" marR="91440" marT="45720" marB="45720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 atau BOM yang menyebut CH V2 secara eksplisit.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ccec753a94f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64d06cf104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EB9C2-905A-4D4E-818E-2420D45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143000"/>
            <a:ext cx="7858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3810000" y="1143000"/>
          <a:ext xmlns:a="http://schemas.openxmlformats.org/drawingml/2006/main" cx="7858125" cy="3333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2571750"/>
                <a:gridCol w="3333750"/>
              </a:tblGrid>
              <a:tr h="666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Aspek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Bentuk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bundar/kompak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Kembali ke papan memanjang dengan holder baterai pada gambar.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Hubungan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Terima/relay data LoRa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ADC atau pengendali sensor module.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IC / interface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Tidak ada BOM source cocok; perubahan IC belum dapat diverifikasi.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Bukti yang diperlukan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PCB JSON/BOM CH V3 untuk menetapkan perubahan teknis secara pasti.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C68EBF-7904-4EBE-9B5F-03C76385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FD750-20CF-4017-A6B8-03EDAE43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Dari Sensor Module ke 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AA0B7-7292-43C7-B8C2-BAB5577A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CH tidak membaca AIN/ADC sensor secara langsung; perannya adalah menerima dan meneruskan data GLD melalui radio E22.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AF019-9AF7-4231-BCFB-7F32AF12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00EE4-0AF8-42AB-863C-0CEB322F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518"/>
          </a:solidFill>
          <a:ln xmlns:a="http://schemas.openxmlformats.org/drawingml/2006/main" w="0">
            <a:solidFill>
              <a:srgbClr val="B8651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48598-7AA6-4550-BF0B-C632302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4782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Sensor module ×8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A6718-5B22-4C17-A4A2-CD130CD2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71675"/>
            <a:ext cx="1885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Elemen MQ menghasilkan sinyal analog. EN, I2C cabang, dan AIN kembali ke motherboard GLD.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85061-F269-4FF6-B922-A8363ED4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750B4-D003-4ACE-A8E1-4BAC6EA3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A9CC7-1977-49A5-93B4-792494A1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BA6B9-1A2C-43C7-9326-39AEC8FD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478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acquisition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6F035-7AC6-4B1A-938F-7E48EBB8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71675"/>
            <a:ext cx="2076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PCF/TPS22919: daya; TCA/MCP: pilih &amp; nulling; ADS1256: konversi analog ke data; ESP32-S3: proses.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A54DA-1B82-4704-8E7C-9C80CC75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ACAB5-AE10-4675-BF09-C0AD1402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18D68-07CC-45E6-8AAA-CCF3E652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B0601-00AB-47B3-B842-E82073A3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478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E22 pada GLD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00CFE-9C7E-4437-BE78-FB8D4CF1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71675"/>
            <a:ext cx="1695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Radio membawa telemetri/data yang sudah dibentuk oleh GLD; bukan sinyal sensor analog.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2C31A-3511-4DDD-B547-187D9B0D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857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  <p:txBody>
          <a:bodyPr xmlns:a="http://schemas.openxmlformats.org/drawingml/2006/main">
            <a:normAutofit fontScale="51389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26D87-EFAA-4226-B69D-D1E8F13D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1238250" cy="1714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7AB50-D36F-45C1-85FE-F9CEE452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240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4E5DD-39D2-44E8-BE22-C398290D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478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1ADB1-4227-4706-8F5E-9B028BDA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933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Dual E22: terima/relay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5232F-9D70-491B-8B57-EF74B44B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8953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41942-9FFC-4842-86F4-260C87EF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30248-B97B-4BDF-A8A0-F2675322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Bukti CH yang tersedia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89538-3AEF-4A82-8875-F4F73392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86300"/>
            <a:ext cx="86487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dualRadioCH_E220Ver4 membuktikan ESP32-S3, dua E22, BQ25185, TPS63020, TLV70233, TPL5010 dan CH340. Mapping radio/profile firmware ada, tetapi source tidak dipasangkan tegas ke gambar CH V1–V3 di deck.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E7753F-9CD2-48F7-B6D6-9E01DCD6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2708A"/>
                </a:solidFill>
                <a:latin typeface="Aptos"/>
                <a:ea typeface="Aptos"/>
                <a:cs typeface="Aptos"/>
              </a:rPr>
              <a:t>Batas klaim: alur hardware/board source; tidak menyatakan keberhasilan komunikasi RF, relay CH, gateway, atau server di lapangan.</a:t>
            </a:r>
          </a:p>
        </p:txBody>
      </p:sp>
    </p:spTree>
    <p:extLst>
      <p:ext uri="{BB962C8B-B14F-4D97-AF65-F5344CB8AC3E}">
        <p14:creationId xmlns:p14="http://schemas.microsoft.com/office/powerpoint/2010/main" val="145285345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1B6EC-D722-4985-8192-46470A2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02930-CEE0-4857-802E-5CAD3035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Perbandingan CH V1–V3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B3197-A35F-412E-90DA-DB3A4E80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708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2708A"/>
                </a:solidFill>
                <a:latin typeface="Aptos"/>
                <a:ea typeface="Aptos"/>
                <a:cs typeface="Aptos"/>
              </a:rPr>
              <a:t>Peran CH terhadap sensor: menerima paket LoRa dari GLD; tidak berfungsi sebagai ADC/board sensor module.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23875" y="1190625"/>
          <a:ext xmlns:a="http://schemas.openxmlformats.org/drawingml/2006/main" cx="11144250" cy="45720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571625"/>
                <a:gridCol w="3714750"/>
                <a:gridCol w="3286125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Versi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Bukti di deck/repo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Hubungan ke sensor module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 teknis</a:t>
                      </a:r>
                    </a:p>
                  </a:txBody>
                  <a:tcPr marL="91440" marR="91440" marT="45720" marB="45720">
                    <a:solidFill>
                      <a:srgbClr val="16324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 data GLD via radio (fungsi per-IC belum dapat dipetakan)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berada setelah GLD/E22 dalam rantai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CH 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Gambar 3D tersedia; tidak ada PCB JSON/BOM yang cocok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Tetap bukan jalur analog atau pengendali sensor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Perubahan IC belum terverifikasi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Source CH E220 Ver4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ESP32-S3, 2×E22, BQ25185, TPS63020, TLV70233, TPL5010, CH340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Menerima/relay paket LoRa yang dikirim GLD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6324A"/>
                          </a:solidFill>
                          <a:latin typeface="Aptos"/>
                          <a:ea typeface="Aptos"/>
                          <a:cs typeface="Aptos"/>
                        </a:rPr>
                        <a:t>Referensi board source; bukan pemetaan pasti ke V1–V3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3DF0F-258B-4B1E-AE92-DC69414B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47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7C8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5FF1E-682D-4E07-8ED6-C24A568B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16324A"/>
                </a:solidFill>
                <a:latin typeface="Aptos"/>
                <a:ea typeface="Aptos"/>
                <a:cs typeface="Aptos"/>
              </a:rPr>
              <a:t>Agar perbandingan CH V1–V3 menjadi pasti, diperlukan source EasyEDA/PCB JSON atau BOM yang secara eksplisit menyebut masing-masing versi tersebut.</a:t>
            </a:r>
          </a:p>
        </p:txBody>
      </p:sp>
    </p:spTree>
    <p:extLst>
      <p:ext uri="{BB962C8B-B14F-4D97-AF65-F5344CB8AC3E}">
        <p14:creationId xmlns:p14="http://schemas.microsoft.com/office/powerpoint/2010/main" val="20677676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2026-10-02T04:43:31.8290000Z</dcterms:created>
  <dcterms:modified xsi:type="dcterms:W3CDTF">2026-10-02T04:43:31.8290000Z</dcterms:modified>
</coreProperties>
</file>