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73ef1f51f04d5b" /><Relationship Type="http://schemas.openxmlformats.org/officeDocument/2006/relationships/extended-properties" Target="/docProps/app.xml" Id="Rd0bfecbd7db24304" /><Relationship Type="http://schemas.openxmlformats.org/officeDocument/2006/relationships/officeDocument" Target="/ppt/presentation.xml" Id="Re81a30dce5674a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4c2cceb5d445bd"/>
  </p:sldMasterIdLst>
  <p:notesMasterIdLst>
    <p:notesMasterId xmlns:r="http://schemas.openxmlformats.org/officeDocument/2006/relationships" r:id="Rf98e9778c992468d"/>
  </p:notesMasterIdLst>
  <p:sldIdLst>
    <p:sldId xmlns:r="http://schemas.openxmlformats.org/officeDocument/2006/relationships" id="256" r:id="R5a1a2f93eb0c4a1f"/>
    <p:sldId xmlns:r="http://schemas.openxmlformats.org/officeDocument/2006/relationships" id="257" r:id="R2d6afe7ff1ed461e"/>
    <p:sldId xmlns:r="http://schemas.openxmlformats.org/officeDocument/2006/relationships" id="258" r:id="Rf266e93925a848d7"/>
    <p:sldId xmlns:r="http://schemas.openxmlformats.org/officeDocument/2006/relationships" id="259" r:id="Rfe9ece2da3e64a8e"/>
    <p:sldId xmlns:r="http://schemas.openxmlformats.org/officeDocument/2006/relationships" id="260" r:id="R25c89f17767041d1"/>
    <p:sldId xmlns:r="http://schemas.openxmlformats.org/officeDocument/2006/relationships" id="261" r:id="R5dd23dfcc96347be"/>
    <p:sldId xmlns:r="http://schemas.openxmlformats.org/officeDocument/2006/relationships" id="262" r:id="Re768f26b3632440e"/>
    <p:sldId xmlns:r="http://schemas.openxmlformats.org/officeDocument/2006/relationships" id="263" r:id="R38e09cd0a7c54ce5"/>
    <p:sldId xmlns:r="http://schemas.openxmlformats.org/officeDocument/2006/relationships" id="264" r:id="R5b215ade2da44709"/>
    <p:sldId xmlns:r="http://schemas.openxmlformats.org/officeDocument/2006/relationships" id="265" r:id="Ra971fdc767a94e9c"/>
    <p:sldId xmlns:r="http://schemas.openxmlformats.org/officeDocument/2006/relationships" id="266" r:id="Ra17a6ccd804648a4"/>
    <p:sldId xmlns:r="http://schemas.openxmlformats.org/officeDocument/2006/relationships" id="267" r:id="Ra3aa16487b274866"/>
    <p:sldId xmlns:r="http://schemas.openxmlformats.org/officeDocument/2006/relationships" id="268" r:id="R3bf396df6b08498e"/>
    <p:sldId xmlns:r="http://schemas.openxmlformats.org/officeDocument/2006/relationships" id="269" r:id="Rde006cf7fdab41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8daaa5cee34c20" /><Relationship Type="http://schemas.openxmlformats.org/officeDocument/2006/relationships/slideMaster" Target="/ppt/slideMasters/slideMaster1.xml" Id="R5e4c2cceb5d445bd" /><Relationship Type="http://schemas.openxmlformats.org/officeDocument/2006/relationships/notesMaster" Target="/ppt/notesMasters/notesMaster1.xml" Id="Rf98e9778c992468d" /><Relationship Type="http://schemas.openxmlformats.org/officeDocument/2006/relationships/presProps" Target="/ppt/presProps.xml" Id="Rf4fb5d6798ba4f8d" /><Relationship Type="http://schemas.openxmlformats.org/officeDocument/2006/relationships/viewProps" Target="/ppt/viewProps.xml" Id="Rfc0332d042af4265" /><Relationship Type="http://schemas.openxmlformats.org/officeDocument/2006/relationships/tableStyles" Target="/ppt/tableStyles.xml" Id="Rf1559150ef404625" /><Relationship Type="http://schemas.openxmlformats.org/officeDocument/2006/relationships/slide" Target="/ppt/slides/slide1.xml" Id="R5a1a2f93eb0c4a1f" /><Relationship Type="http://schemas.openxmlformats.org/officeDocument/2006/relationships/slide" Target="/ppt/slides/slide2.xml" Id="R2d6afe7ff1ed461e" /><Relationship Type="http://schemas.openxmlformats.org/officeDocument/2006/relationships/slide" Target="/ppt/slides/slide3.xml" Id="Rf266e93925a848d7" /><Relationship Type="http://schemas.openxmlformats.org/officeDocument/2006/relationships/slide" Target="/ppt/slides/slide4.xml" Id="Rfe9ece2da3e64a8e" /><Relationship Type="http://schemas.openxmlformats.org/officeDocument/2006/relationships/slide" Target="/ppt/slides/slide5.xml" Id="R25c89f17767041d1" /><Relationship Type="http://schemas.openxmlformats.org/officeDocument/2006/relationships/slide" Target="/ppt/slides/slide6.xml" Id="R5dd23dfcc96347be" /><Relationship Type="http://schemas.openxmlformats.org/officeDocument/2006/relationships/slide" Target="/ppt/slides/slide7.xml" Id="Re768f26b3632440e" /><Relationship Type="http://schemas.openxmlformats.org/officeDocument/2006/relationships/slide" Target="/ppt/slides/slide8.xml" Id="R38e09cd0a7c54ce5" /><Relationship Type="http://schemas.openxmlformats.org/officeDocument/2006/relationships/slide" Target="/ppt/slides/slide9.xml" Id="R5b215ade2da44709" /><Relationship Type="http://schemas.openxmlformats.org/officeDocument/2006/relationships/slide" Target="/ppt/slides/slide10.xml" Id="Ra971fdc767a94e9c" /><Relationship Type="http://schemas.openxmlformats.org/officeDocument/2006/relationships/slide" Target="/ppt/slides/slide11.xml" Id="Ra17a6ccd804648a4" /><Relationship Type="http://schemas.openxmlformats.org/officeDocument/2006/relationships/slide" Target="/ppt/slides/slide12.xml" Id="Ra3aa16487b274866" /><Relationship Type="http://schemas.openxmlformats.org/officeDocument/2006/relationships/slide" Target="/ppt/slides/slide13.xml" Id="R3bf396df6b08498e" /><Relationship Type="http://schemas.openxmlformats.org/officeDocument/2006/relationships/slide" Target="/ppt/slides/slide14.xml" Id="Rde006cf7fdab41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ffef8e9d6448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1f8de83a3a4508" /><Relationship Type="http://schemas.openxmlformats.org/officeDocument/2006/relationships/notesMaster" Target="/ppt/notesMasters/notesMaster1.xml" Id="R25abe24eb52b49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b95353126f463a" /><Relationship Type="http://schemas.openxmlformats.org/officeDocument/2006/relationships/notesMaster" Target="/ppt/notesMasters/notesMaster1.xml" Id="Ra6071059716648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7a93fc5ada48f2" /><Relationship Type="http://schemas.openxmlformats.org/officeDocument/2006/relationships/notesMaster" Target="/ppt/notesMasters/notesMaster1.xml" Id="R04ce13ef9c1e45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bbfd50b22d4092" /><Relationship Type="http://schemas.openxmlformats.org/officeDocument/2006/relationships/notesMaster" Target="/ppt/notesMasters/notesMaster1.xml" Id="R657a0b25890a47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5f1fa62cf7475c" /><Relationship Type="http://schemas.openxmlformats.org/officeDocument/2006/relationships/notesMaster" Target="/ppt/notesMasters/notesMaster1.xml" Id="Rdc43bb41541a4f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7821a1a304463d" /><Relationship Type="http://schemas.openxmlformats.org/officeDocument/2006/relationships/notesMaster" Target="/ppt/notesMasters/notesMaster1.xml" Id="Rc5dfeef8af0b4e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54843d7dc84148" /><Relationship Type="http://schemas.openxmlformats.org/officeDocument/2006/relationships/notesMaster" Target="/ppt/notesMasters/notesMaster1.xml" Id="R912d1af2452745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71c8012f1049c9" /><Relationship Type="http://schemas.openxmlformats.org/officeDocument/2006/relationships/notesMaster" Target="/ppt/notesMasters/notesMaster1.xml" Id="R4e76ebe9d8624c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0b36b8361041b1" /><Relationship Type="http://schemas.openxmlformats.org/officeDocument/2006/relationships/notesMaster" Target="/ppt/notesMasters/notesMaster1.xml" Id="R06334820cbab4d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09472f5e804a1a" /><Relationship Type="http://schemas.openxmlformats.org/officeDocument/2006/relationships/notesMaster" Target="/ppt/notesMasters/notesMaster1.xml" Id="R7f1d74a17b4544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729a67ef6c4206" /><Relationship Type="http://schemas.openxmlformats.org/officeDocument/2006/relationships/notesMaster" Target="/ppt/notesMasters/notesMaster1.xml" Id="R0bffc159f80e43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0d7abdfb794de7" /><Relationship Type="http://schemas.openxmlformats.org/officeDocument/2006/relationships/notesMaster" Target="/ppt/notesMasters/notesMaster1.xml" Id="R369698791db544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3e06d6246546c8" /><Relationship Type="http://schemas.openxmlformats.org/officeDocument/2006/relationships/notesMaster" Target="/ppt/notesMasters/notesMaster1.xml" Id="Reb0e506e5c9641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b19f0d2ee14eea" /><Relationship Type="http://schemas.openxmlformats.org/officeDocument/2006/relationships/notesMaster" Target="/ppt/notesMasters/notesMaster1.xml" Id="Ref1443350280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a1eefa37040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f3b8b60b54f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b4325712946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08eeccfea4a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64bc3e3e44e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fa163480c41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212c249fe458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8399c34a54fd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e5a29fd7b48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5c8397571403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59bc13cd0456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c246263c4f48d2" /><Relationship Type="http://schemas.openxmlformats.org/officeDocument/2006/relationships/slideLayout" Target="/ppt/slideLayouts/slideLayout1.xml" Id="Rb6c7000cc7434baf" /><Relationship Type="http://schemas.openxmlformats.org/officeDocument/2006/relationships/slideLayout" Target="/ppt/slideLayouts/slideLayout2.xml" Id="R996dca1bcf354857" /><Relationship Type="http://schemas.openxmlformats.org/officeDocument/2006/relationships/slideLayout" Target="/ppt/slideLayouts/slideLayout3.xml" Id="Rdb7ed80216364687" /><Relationship Type="http://schemas.openxmlformats.org/officeDocument/2006/relationships/slideLayout" Target="/ppt/slideLayouts/slideLayout4.xml" Id="Rf82e94a0900d4071" /><Relationship Type="http://schemas.openxmlformats.org/officeDocument/2006/relationships/slideLayout" Target="/ppt/slideLayouts/slideLayout5.xml" Id="Rc5a55023eec94090" /><Relationship Type="http://schemas.openxmlformats.org/officeDocument/2006/relationships/slideLayout" Target="/ppt/slideLayouts/slideLayout6.xml" Id="R281a645974004350" /><Relationship Type="http://schemas.openxmlformats.org/officeDocument/2006/relationships/slideLayout" Target="/ppt/slideLayouts/slideLayout7.xml" Id="R58362c20f8a64f0e" /><Relationship Type="http://schemas.openxmlformats.org/officeDocument/2006/relationships/slideLayout" Target="/ppt/slideLayouts/slideLayout8.xml" Id="R37e661238ac94848" /><Relationship Type="http://schemas.openxmlformats.org/officeDocument/2006/relationships/slideLayout" Target="/ppt/slideLayouts/slideLayout9.xml" Id="Ra764ffbf3bd74926" /><Relationship Type="http://schemas.openxmlformats.org/officeDocument/2006/relationships/slideLayout" Target="/ppt/slideLayouts/slideLayout10.xml" Id="Rd29ff481b2d843cb" /><Relationship Type="http://schemas.openxmlformats.org/officeDocument/2006/relationships/slideLayout" Target="/ppt/slideLayouts/slideLayout11.xml" Id="Rf6c3174a6a944af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c7000cc7434baf"/>
    <p:sldLayoutId xmlns:r="http://schemas.openxmlformats.org/officeDocument/2006/relationships" id="2147483650" r:id="R996dca1bcf354857"/>
    <p:sldLayoutId xmlns:r="http://schemas.openxmlformats.org/officeDocument/2006/relationships" id="2147483651" r:id="Rdb7ed80216364687"/>
    <p:sldLayoutId xmlns:r="http://schemas.openxmlformats.org/officeDocument/2006/relationships" id="2147483652" r:id="Rf82e94a0900d4071"/>
    <p:sldLayoutId xmlns:r="http://schemas.openxmlformats.org/officeDocument/2006/relationships" id="2147483653" r:id="Rc5a55023eec94090"/>
    <p:sldLayoutId xmlns:r="http://schemas.openxmlformats.org/officeDocument/2006/relationships" id="2147483654" r:id="R281a645974004350"/>
    <p:sldLayoutId xmlns:r="http://schemas.openxmlformats.org/officeDocument/2006/relationships" id="2147483655" r:id="R58362c20f8a64f0e"/>
    <p:sldLayoutId xmlns:r="http://schemas.openxmlformats.org/officeDocument/2006/relationships" id="2147483656" r:id="R37e661238ac94848"/>
    <p:sldLayoutId xmlns:r="http://schemas.openxmlformats.org/officeDocument/2006/relationships" id="2147483657" r:id="Ra764ffbf3bd74926"/>
    <p:sldLayoutId xmlns:r="http://schemas.openxmlformats.org/officeDocument/2006/relationships" id="2147483658" r:id="Rd29ff481b2d843cb"/>
    <p:sldLayoutId xmlns:r="http://schemas.openxmlformats.org/officeDocument/2006/relationships" id="2147483659" r:id="Rf6c3174a6a944af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b465a7e13e4fe0" /><Relationship Type="http://schemas.openxmlformats.org/officeDocument/2006/relationships/notesSlide" Target="/ppt/notesSlides/notesSlide1.xml" Id="R7bde9f06cfeb44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f73ca48a74960" /><Relationship Type="http://schemas.openxmlformats.org/officeDocument/2006/relationships/image" Target="/ppt/media/image.png" Id="R097f55fa71eb401f" /><Relationship Type="http://schemas.openxmlformats.org/officeDocument/2006/relationships/image" Target="/ppt/media/image2.png" Id="R72eb0016bc2a4e99" /><Relationship Type="http://schemas.openxmlformats.org/officeDocument/2006/relationships/notesSlide" Target="/ppt/notesSlides/notesSlide2.xml" Id="Rbbce8a6c250a45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2e80b84e4a4eab" /><Relationship Type="http://schemas.openxmlformats.org/officeDocument/2006/relationships/notesSlide" Target="/ppt/notesSlides/notesSlide3.xml" Id="R9b7d43580eba4d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d1f7f09dc24afb" /><Relationship Type="http://schemas.openxmlformats.org/officeDocument/2006/relationships/image" Target="/ppt/media/image3.png" Id="R9ba1c16aae374efb" /><Relationship Type="http://schemas.openxmlformats.org/officeDocument/2006/relationships/image" Target="/ppt/media/image4.png" Id="R9cf568bd62134d8d" /><Relationship Type="http://schemas.openxmlformats.org/officeDocument/2006/relationships/notesSlide" Target="/ppt/notesSlides/notesSlide4.xml" Id="R107489d7370640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7987371e51417c" /><Relationship Type="http://schemas.openxmlformats.org/officeDocument/2006/relationships/image" Target="/ppt/media/image5.png" Id="R03cc8fa25d4c49ad" /><Relationship Type="http://schemas.openxmlformats.org/officeDocument/2006/relationships/image" Target="/ppt/media/image6.png" Id="R40f490a94d9c4c25" /><Relationship Type="http://schemas.openxmlformats.org/officeDocument/2006/relationships/notesSlide" Target="/ppt/notesSlides/notesSlide5.xml" Id="Rf7b03ae0b02e46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c6b6708a254d8d" /><Relationship Type="http://schemas.openxmlformats.org/officeDocument/2006/relationships/image" Target="/ppt/media/image7.png" Id="R030c2e1088bd4fe8" /><Relationship Type="http://schemas.openxmlformats.org/officeDocument/2006/relationships/image" Target="/ppt/media/image8.png" Id="R3a9b672fa054421b" /><Relationship Type="http://schemas.openxmlformats.org/officeDocument/2006/relationships/notesSlide" Target="/ppt/notesSlides/notesSlide6.xml" Id="R3c7d5934fcda40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95f0d76a5a4ef0" /><Relationship Type="http://schemas.openxmlformats.org/officeDocument/2006/relationships/image" Target="/ppt/media/image9.png" Id="R52cc618f6b764ae8" /><Relationship Type="http://schemas.openxmlformats.org/officeDocument/2006/relationships/image" Target="/ppt/media/image10.png" Id="R954734fd878245b4" /><Relationship Type="http://schemas.openxmlformats.org/officeDocument/2006/relationships/image" Target="/ppt/media/image11.png" Id="R56d321b01a0e4fac" /><Relationship Type="http://schemas.openxmlformats.org/officeDocument/2006/relationships/image" Target="/ppt/media/image12.png" Id="R516d473a08644b24" /><Relationship Type="http://schemas.openxmlformats.org/officeDocument/2006/relationships/notesSlide" Target="/ppt/notesSlides/notesSlide7.xml" Id="Ra7e6fd77a6a343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2243e248af47c2" /><Relationship Type="http://schemas.openxmlformats.org/officeDocument/2006/relationships/image" Target="/ppt/media/image13.png" Id="R51d3ec916af148fe" /><Relationship Type="http://schemas.openxmlformats.org/officeDocument/2006/relationships/image" Target="/ppt/media/image14.png" Id="R2d9faaa8166d4465" /><Relationship Type="http://schemas.openxmlformats.org/officeDocument/2006/relationships/image" Target="/ppt/media/image15.png" Id="Re1c4a2781da24883" /><Relationship Type="http://schemas.openxmlformats.org/officeDocument/2006/relationships/image" Target="/ppt/media/image16.png" Id="Rcce82103d8c740c8" /><Relationship Type="http://schemas.openxmlformats.org/officeDocument/2006/relationships/image" Target="/ppt/media/image17.png" Id="R9318c0ed4cb84e2f" /><Relationship Type="http://schemas.openxmlformats.org/officeDocument/2006/relationships/image" Target="/ppt/media/image18.png" Id="Rc82a68a1c5724fd2" /><Relationship Type="http://schemas.openxmlformats.org/officeDocument/2006/relationships/notesSlide" Target="/ppt/notesSlides/notesSlide8.xml" Id="R797447de1d8047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5099b7e7749f8" /><Relationship Type="http://schemas.openxmlformats.org/officeDocument/2006/relationships/notesSlide" Target="/ppt/notesSlides/notesSlide9.xml" Id="R149f2e6892c749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dd7e7c4809460e" /><Relationship Type="http://schemas.openxmlformats.org/officeDocument/2006/relationships/notesSlide" Target="/ppt/notesSlides/notesSlide10.xml" Id="Re4e6a23d5a2d44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8eab9ee9e843b3" /><Relationship Type="http://schemas.openxmlformats.org/officeDocument/2006/relationships/image" Target="/ppt/media/image19.png" Id="R48cce7fb1ed94582" /><Relationship Type="http://schemas.openxmlformats.org/officeDocument/2006/relationships/image" Target="/ppt/media/image20.png" Id="R6d8badd649d94a2a" /><Relationship Type="http://schemas.openxmlformats.org/officeDocument/2006/relationships/notesSlide" Target="/ppt/notesSlides/notesSlide11.xml" Id="Rfec3f611378e4c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eb965204514244" /><Relationship Type="http://schemas.openxmlformats.org/officeDocument/2006/relationships/image" Target="/ppt/media/image21.png" Id="R6a9f1730199449f6" /><Relationship Type="http://schemas.openxmlformats.org/officeDocument/2006/relationships/image" Target="/ppt/media/image22.png" Id="Re184c47337a44b1d" /><Relationship Type="http://schemas.openxmlformats.org/officeDocument/2006/relationships/notesSlide" Target="/ppt/notesSlides/notesSlide12.xml" Id="R863214e6139941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4eb45a5bf24c5f" /><Relationship Type="http://schemas.openxmlformats.org/officeDocument/2006/relationships/image" Target="/ppt/media/image23.png" Id="Ra6d3eaeaeaf940b0" /><Relationship Type="http://schemas.openxmlformats.org/officeDocument/2006/relationships/image" Target="/ppt/media/image24.png" Id="R46a2ec608d144929" /><Relationship Type="http://schemas.openxmlformats.org/officeDocument/2006/relationships/notesSlide" Target="/ppt/notesSlides/notesSlide13.xml" Id="R96f614530e7941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4886ff2b44894" /><Relationship Type="http://schemas.openxmlformats.org/officeDocument/2006/relationships/notesSlide" Target="/ppt/notesSlides/notesSlide14.xml" Id="R068ac20045df44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f55fa71eb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b0016bc2a4e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789D6-F743-4132-9CD4-D2975752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4C2BD-F2C3-4C13-A017-DFA8E618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</a:defRPr>
            </a:pPr>
            <a:r>
              <a:rPr sz="1050">
                <a:solidFill>
                  <a:srgbClr val="16324A"/>
                </a:solidFill>
              </a:rPr>
              <a:t>ESP32-S3: MCU. ADS1256: ADC 24-bit sensor. TCA9548A: mux I2C. MCP4725: DAC. OPA333/LM321: pengondisi analog. ULN2003: driver output.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1c16aae37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568bd6213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c8fa25d4c49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490a94d9c4c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B672B-80FC-4F72-9067-A9AC1447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E3F1A-8592-421B-9D8E-DF8CEFC6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</a:defRPr>
            </a:pPr>
            <a:r>
              <a:rPr sz="1050">
                <a:solidFill>
                  <a:srgbClr val="16324A"/>
                </a:solidFill>
              </a:rPr>
              <a:t>Vs V1, dihapus: OPA333/LM321, MCP4725, ULN2003. Ditambah: OPA320 (op-amp), PCF8574 (GPIO), SHT40 (suhu/RH), TPS2116 (power mux), TPS22964 (load switch), TPS3839 (reset), TPS61175 (boost).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c2e1088bd4f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b672fa05442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35A5D-2887-4CA9-AE72-2C8307FC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C2B15-0271-4F35-A7BF-9338A01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</a:defRPr>
            </a:pPr>
            <a:r>
              <a:rPr sz="1050">
                <a:solidFill>
                  <a:srgbClr val="16324A"/>
                </a:solidFill>
              </a:rPr>
              <a:t>Sama V2: ESP32-S3 (MCU), ADS1256 (ADC), OPA320 (op-amp), PCF8574 (GPIO), SHT40 (suhu/RH), TCA9548A (mux I2C), TPS22964 (load switch). Tidak ada penggantian IC.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c618f6b764a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734fd878245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321b01a0e4f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d473a08644b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825B1-63E6-4CE5-80D0-4D7DEF74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603D7-BEE0-4C5D-B320-10FC736E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</a:defRPr>
            </a:pPr>
            <a:r>
              <a:rPr sz="1050">
                <a:solidFill>
                  <a:srgbClr val="16324A"/>
                </a:solidFill>
              </a:rPr>
              <a:t>Sama V3: BOM IC tetap. ATEX: source menunjukkan path fan GPIO7. Tidak ada penggantian IC yang terverifikasi.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3ec916af148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faaa8166d44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4a2781da2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82103d8c7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8c0ed4cb84e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a68a1c572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B20F50-C032-4F51-9C88-1DA8DB03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05125"/>
            <a:ext cx="4286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C45ABA-410C-4063-8FD7-5FA03F9D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40195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</a:defRPr>
            </a:pPr>
            <a:r>
              <a:rPr sz="1050">
                <a:solidFill>
                  <a:srgbClr val="16324A"/>
                </a:solidFill>
              </a:rPr>
              <a:t>Terpasang: ESP32-S3 (MCU), E22 (LoRa), CH340 (USB-UART), THVD1410 (RS-485), TPL5010 (watchdog), OLED I2C (display). Tidak ada: ADS1256, TCA9548A, PCF8574, SHT40.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E10DE-5BF1-4A97-AAB7-03CD388B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53EE6-3E65-4476-9948-F86FAD9E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</a:defRPr>
            </a:pPr>
            <a:r>
              <a:rPr sz="2250" b="1">
                <a:solidFill>
                  <a:srgbClr val="16324A"/>
                </a:solidFill>
              </a:rPr>
              <a:t>Perbandingan Teknis GLD V1–V5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123950"/>
          <a:ext xmlns:a="http://schemas.openxmlformats.org/drawingml/2006/main" cx="11049000" cy="5238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238250"/>
                <a:gridCol w="1047750"/>
                <a:gridCol w="4857750"/>
                <a:gridCol w="3905250"/>
              </a:tblGrid>
              <a:tr h="873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Dibanding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Perubahan IC/interface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Fungsi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ESP32-S3; ADS1256; TCA9548A; MCP4725; OPA333; LM321; ULN2003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MCU; ADC sensor; mux I2C; DAC; pengondisi analog; driver output</a:t>
                      </a:r>
                    </a:p>
                  </a:txBody>
                  <a:tcPr marL="91440" marR="91440" marT="45720" marB="45720"/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−OPA333/LM321/MCP4725/ULN2003; +OPA320/PCF8574/SHT40/TPS2116/TPS22964/TPS3839/TPS61175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op-amp; GPIO; suhu/RH; power mux; load switch; reset; boost</a:t>
                      </a:r>
                    </a:p>
                  </a:txBody>
                  <a:tcPr marL="91440" marR="91440" marT="45720" marB="45720"/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BOM IC utama sama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Tidak ada fungsi IC baru yang terverifikasi</a:t>
                      </a:r>
                    </a:p>
                  </a:txBody>
                  <a:tcPr marL="91440" marR="91440" marT="45720" marB="45720"/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BOM IC utama sama; path fan GPIO7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Kontrol jalur fan</a:t>
                      </a:r>
                    </a:p>
                  </a:txBody>
                  <a:tcPr marL="91440" marR="91440" marT="45720" marB="45720"/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V4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+OLED I2C; −ADS1256/TCA9548A/PCF8574/SHT40 pada layout adapter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Display; tanpa blok ADC, mux, GPIO, suhu/RH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5587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ce7fb1ed9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badd649d94a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f1730199449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4c47337a44b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3eaeaeaf940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2ec608d1449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3CC5F-E21A-48AB-99CF-57EE1A11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3E851-2801-4008-B092-AC90B4D0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</a:defRPr>
            </a:pPr>
            <a:r>
              <a:rPr sz="2250" b="1">
                <a:solidFill>
                  <a:srgbClr val="16324A"/>
                </a:solidFill>
              </a:rPr>
              <a:t>Perbandingan Teknis CH V1–V3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123950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1714500"/>
                <a:gridCol w="4762500"/>
                <a:gridCol w="3048000"/>
              </a:tblGrid>
              <a:tr h="952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Dibanding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Bukti teknis di 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Fungsi / status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Deck memuat gambar 3D, tetapi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IC dan fungsi per blok belum dapat diverifikasi</a:t>
                      </a:r>
                    </a:p>
                  </a:txBody>
                  <a:tcPr marL="91440" marR="91440" marT="45720" marB="45720"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Deck memuat gambar 3D, tetapi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Perubahan IC/interface belum dapat diverifikasi</a:t>
                      </a:r>
                    </a:p>
                  </a:txBody>
                  <a:tcPr marL="91440" marR="91440" marT="45720" marB="45720"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Deck memuat gambar 3D, tetapi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Perubahan IC/interface belum dapat diverifikasi</a:t>
                      </a:r>
                    </a:p>
                  </a:txBody>
                  <a:tcPr marL="91440" marR="91440" marT="45720" marB="45720"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Source CH tersedia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Bukan pemetaan V1–V3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CH E220 Ver4: ESP32-S3, 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</a:rPr>
                        <a:t>MCU; LoRa; charger; buck-boost; LDO 3.3 V; watchdog; USB-UART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7346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2026-10-02T04:28:31.4860000Z</dcterms:created>
  <dcterms:modified xsi:type="dcterms:W3CDTF">2026-10-02T04:28:31.4860000Z</dcterms:modified>
</coreProperties>
</file>