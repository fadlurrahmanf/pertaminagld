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d1c2d349834e26" /><Relationship Type="http://schemas.openxmlformats.org/officeDocument/2006/relationships/extended-properties" Target="/docProps/app.xml" Id="R84badd39bc624f45" /><Relationship Type="http://schemas.openxmlformats.org/officeDocument/2006/relationships/officeDocument" Target="/ppt/presentation.xml" Id="R10ca88ec19e541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460eed54d248a5"/>
  </p:sldMasterIdLst>
  <p:notesMasterIdLst>
    <p:notesMasterId xmlns:r="http://schemas.openxmlformats.org/officeDocument/2006/relationships" r:id="R1eeee58744bf4c35"/>
  </p:notesMasterIdLst>
  <p:sldIdLst>
    <p:sldId xmlns:r="http://schemas.openxmlformats.org/officeDocument/2006/relationships" id="256" r:id="R270fd33661414274"/>
    <p:sldId xmlns:r="http://schemas.openxmlformats.org/officeDocument/2006/relationships" id="257" r:id="Rea7175f4b18344c9"/>
    <p:sldId xmlns:r="http://schemas.openxmlformats.org/officeDocument/2006/relationships" id="258" r:id="Rf0ae4833eccd4e5b"/>
    <p:sldId xmlns:r="http://schemas.openxmlformats.org/officeDocument/2006/relationships" id="259" r:id="R49d989ebc0de4676"/>
    <p:sldId xmlns:r="http://schemas.openxmlformats.org/officeDocument/2006/relationships" id="260" r:id="R886f6dce9f7b4f48"/>
    <p:sldId xmlns:r="http://schemas.openxmlformats.org/officeDocument/2006/relationships" id="261" r:id="R55d21b2fc6ce4f90"/>
    <p:sldId xmlns:r="http://schemas.openxmlformats.org/officeDocument/2006/relationships" id="262" r:id="R7d92f907ec9540c2"/>
    <p:sldId xmlns:r="http://schemas.openxmlformats.org/officeDocument/2006/relationships" id="263" r:id="R1de1fca65de24aa2"/>
    <p:sldId xmlns:r="http://schemas.openxmlformats.org/officeDocument/2006/relationships" id="264" r:id="Rc4172c50630c4e63"/>
    <p:sldId xmlns:r="http://schemas.openxmlformats.org/officeDocument/2006/relationships" id="265" r:id="Rb2fa6b70a2254d05"/>
    <p:sldId xmlns:r="http://schemas.openxmlformats.org/officeDocument/2006/relationships" id="266" r:id="Reb7762d01e1d43a4"/>
    <p:sldId xmlns:r="http://schemas.openxmlformats.org/officeDocument/2006/relationships" id="267" r:id="R6ce3a574fff84093"/>
    <p:sldId xmlns:r="http://schemas.openxmlformats.org/officeDocument/2006/relationships" id="268" r:id="Raf463a0e62b3429b"/>
    <p:sldId xmlns:r="http://schemas.openxmlformats.org/officeDocument/2006/relationships" id="269" r:id="R29a6640fa105429c"/>
    <p:sldId xmlns:r="http://schemas.openxmlformats.org/officeDocument/2006/relationships" id="270" r:id="R8169995a857f450b"/>
    <p:sldId xmlns:r="http://schemas.openxmlformats.org/officeDocument/2006/relationships" id="271" r:id="R18a54ee508884ad8"/>
    <p:sldId xmlns:r="http://schemas.openxmlformats.org/officeDocument/2006/relationships" id="272" r:id="R321ddf7327bc427c"/>
    <p:sldId xmlns:r="http://schemas.openxmlformats.org/officeDocument/2006/relationships" id="273" r:id="R26d22a64e13b4d59"/>
    <p:sldId xmlns:r="http://schemas.openxmlformats.org/officeDocument/2006/relationships" id="274" r:id="Re89fef17b1514595"/>
    <p:sldId xmlns:r="http://schemas.openxmlformats.org/officeDocument/2006/relationships" id="275" r:id="R5c36b5d08ddd43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a91aa0d7454bfc" /><Relationship Type="http://schemas.openxmlformats.org/officeDocument/2006/relationships/slideMaster" Target="/ppt/slideMasters/slideMaster1.xml" Id="Rd0460eed54d248a5" /><Relationship Type="http://schemas.openxmlformats.org/officeDocument/2006/relationships/notesMaster" Target="/ppt/notesMasters/notesMaster1.xml" Id="R1eeee58744bf4c35" /><Relationship Type="http://schemas.openxmlformats.org/officeDocument/2006/relationships/presProps" Target="/ppt/presProps.xml" Id="Rfdebf4a0ca374b97" /><Relationship Type="http://schemas.openxmlformats.org/officeDocument/2006/relationships/viewProps" Target="/ppt/viewProps.xml" Id="Rbe93ec464ae34288" /><Relationship Type="http://schemas.openxmlformats.org/officeDocument/2006/relationships/tableStyles" Target="/ppt/tableStyles.xml" Id="R4ff957a3704c4f68" /><Relationship Type="http://schemas.openxmlformats.org/officeDocument/2006/relationships/slide" Target="/ppt/slides/slide1.xml" Id="R270fd33661414274" /><Relationship Type="http://schemas.openxmlformats.org/officeDocument/2006/relationships/slide" Target="/ppt/slides/slide2.xml" Id="Rea7175f4b18344c9" /><Relationship Type="http://schemas.openxmlformats.org/officeDocument/2006/relationships/slide" Target="/ppt/slides/slide3.xml" Id="Rf0ae4833eccd4e5b" /><Relationship Type="http://schemas.openxmlformats.org/officeDocument/2006/relationships/slide" Target="/ppt/slides/slide4.xml" Id="R49d989ebc0de4676" /><Relationship Type="http://schemas.openxmlformats.org/officeDocument/2006/relationships/slide" Target="/ppt/slides/slide5.xml" Id="R886f6dce9f7b4f48" /><Relationship Type="http://schemas.openxmlformats.org/officeDocument/2006/relationships/slide" Target="/ppt/slides/slide6.xml" Id="R55d21b2fc6ce4f90" /><Relationship Type="http://schemas.openxmlformats.org/officeDocument/2006/relationships/slide" Target="/ppt/slides/slide7.xml" Id="R7d92f907ec9540c2" /><Relationship Type="http://schemas.openxmlformats.org/officeDocument/2006/relationships/slide" Target="/ppt/slides/slide8.xml" Id="R1de1fca65de24aa2" /><Relationship Type="http://schemas.openxmlformats.org/officeDocument/2006/relationships/slide" Target="/ppt/slides/slide9.xml" Id="Rc4172c50630c4e63" /><Relationship Type="http://schemas.openxmlformats.org/officeDocument/2006/relationships/slide" Target="/ppt/slides/slide10.xml" Id="Rb2fa6b70a2254d05" /><Relationship Type="http://schemas.openxmlformats.org/officeDocument/2006/relationships/slide" Target="/ppt/slides/slide11.xml" Id="Reb7762d01e1d43a4" /><Relationship Type="http://schemas.openxmlformats.org/officeDocument/2006/relationships/slide" Target="/ppt/slides/slide12.xml" Id="R6ce3a574fff84093" /><Relationship Type="http://schemas.openxmlformats.org/officeDocument/2006/relationships/slide" Target="/ppt/slides/slide13.xml" Id="Raf463a0e62b3429b" /><Relationship Type="http://schemas.openxmlformats.org/officeDocument/2006/relationships/slide" Target="/ppt/slides/slide14.xml" Id="R29a6640fa105429c" /><Relationship Type="http://schemas.openxmlformats.org/officeDocument/2006/relationships/slide" Target="/ppt/slides/slide15.xml" Id="R8169995a857f450b" /><Relationship Type="http://schemas.openxmlformats.org/officeDocument/2006/relationships/slide" Target="/ppt/slides/slide16.xml" Id="R18a54ee508884ad8" /><Relationship Type="http://schemas.openxmlformats.org/officeDocument/2006/relationships/slide" Target="/ppt/slides/slide17.xml" Id="R321ddf7327bc427c" /><Relationship Type="http://schemas.openxmlformats.org/officeDocument/2006/relationships/slide" Target="/ppt/slides/slide18.xml" Id="R26d22a64e13b4d59" /><Relationship Type="http://schemas.openxmlformats.org/officeDocument/2006/relationships/slide" Target="/ppt/slides/slide19.xml" Id="Re89fef17b1514595" /><Relationship Type="http://schemas.openxmlformats.org/officeDocument/2006/relationships/slide" Target="/ppt/slides/slide20.xml" Id="R5c36b5d08ddd43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48bd1586c74e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a702ee5b4342bf" /><Relationship Type="http://schemas.openxmlformats.org/officeDocument/2006/relationships/notesMaster" Target="/ppt/notesMasters/notesMaster1.xml" Id="R78da6ecbbe2d44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37247eb22c4d95" /><Relationship Type="http://schemas.openxmlformats.org/officeDocument/2006/relationships/notesMaster" Target="/ppt/notesMasters/notesMaster1.xml" Id="R97eb439bfdab45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2588535c6d4bda" /><Relationship Type="http://schemas.openxmlformats.org/officeDocument/2006/relationships/notesMaster" Target="/ppt/notesMasters/notesMaster1.xml" Id="R6a3bf0de407844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5c272e2ae24615" /><Relationship Type="http://schemas.openxmlformats.org/officeDocument/2006/relationships/notesMaster" Target="/ppt/notesMasters/notesMaster1.xml" Id="R70a5f0ddfe7246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30cd0d0a114ca0" /><Relationship Type="http://schemas.openxmlformats.org/officeDocument/2006/relationships/notesMaster" Target="/ppt/notesMasters/notesMaster1.xml" Id="R04ebae40ab9249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6298c7d31d4735" /><Relationship Type="http://schemas.openxmlformats.org/officeDocument/2006/relationships/notesMaster" Target="/ppt/notesMasters/notesMaster1.xml" Id="Rb969c5ad0c5947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d1aee57a2240bd" /><Relationship Type="http://schemas.openxmlformats.org/officeDocument/2006/relationships/notesMaster" Target="/ppt/notesMasters/notesMaster1.xml" Id="R4f989db5027a46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bea3e347a74714" /><Relationship Type="http://schemas.openxmlformats.org/officeDocument/2006/relationships/notesMaster" Target="/ppt/notesMasters/notesMaster1.xml" Id="R9873a1107a6c4d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ae7fd01b4d4bbd" /><Relationship Type="http://schemas.openxmlformats.org/officeDocument/2006/relationships/notesMaster" Target="/ppt/notesMasters/notesMaster1.xml" Id="R76bf503dfd5c41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eb2a6c02464d91" /><Relationship Type="http://schemas.openxmlformats.org/officeDocument/2006/relationships/notesMaster" Target="/ppt/notesMasters/notesMaster1.xml" Id="Rb114803a5b0849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b2d2a2a09742a3" /><Relationship Type="http://schemas.openxmlformats.org/officeDocument/2006/relationships/notesMaster" Target="/ppt/notesMasters/notesMaster1.xml" Id="Rfc340ad534944c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b9f96d9cc94a73" /><Relationship Type="http://schemas.openxmlformats.org/officeDocument/2006/relationships/notesMaster" Target="/ppt/notesMasters/notesMaster1.xml" Id="Rb7fcc521906247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ec213ddfa24e24" /><Relationship Type="http://schemas.openxmlformats.org/officeDocument/2006/relationships/notesMaster" Target="/ppt/notesMasters/notesMaster1.xml" Id="R3192758f05df47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afa9c2087c474c" /><Relationship Type="http://schemas.openxmlformats.org/officeDocument/2006/relationships/notesMaster" Target="/ppt/notesMasters/notesMaster1.xml" Id="Rfdc285c5f6e54d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9e285ac53d46e4" /><Relationship Type="http://schemas.openxmlformats.org/officeDocument/2006/relationships/notesMaster" Target="/ppt/notesMasters/notesMaster1.xml" Id="R5991cec8e84049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bb5cdd28194f90" /><Relationship Type="http://schemas.openxmlformats.org/officeDocument/2006/relationships/notesMaster" Target="/ppt/notesMasters/notesMaster1.xml" Id="Rf123cb71dfdc43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9c4d2d5ced54ece" /><Relationship Type="http://schemas.openxmlformats.org/officeDocument/2006/relationships/notesMaster" Target="/ppt/notesMasters/notesMaster1.xml" Id="Raee0b91de1d048f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8ea3d85112948e8" /><Relationship Type="http://schemas.openxmlformats.org/officeDocument/2006/relationships/notesMaster" Target="/ppt/notesMasters/notesMaster1.xml" Id="Ra4f130f2f10943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918b266421a4b6b" /><Relationship Type="http://schemas.openxmlformats.org/officeDocument/2006/relationships/notesMaster" Target="/ppt/notesMasters/notesMaster1.xml" Id="R70ecc8834c8a41a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81bb581fa964a1b" /><Relationship Type="http://schemas.openxmlformats.org/officeDocument/2006/relationships/notesMaster" Target="/ppt/notesMasters/notesMaster1.xml" Id="Raf4b9fdeb7cb4d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4bc07781944f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243f9164049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27e1288c2d4d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83c31649c46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393d2f0f74a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f9186f21d419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afc74bfa4245c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d3395af5a43b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9a1e4fed54f3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566dac5744da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845d5d14547e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8c182fb8624336" /><Relationship Type="http://schemas.openxmlformats.org/officeDocument/2006/relationships/slideLayout" Target="/ppt/slideLayouts/slideLayout1.xml" Id="Re99aef5e63614260" /><Relationship Type="http://schemas.openxmlformats.org/officeDocument/2006/relationships/slideLayout" Target="/ppt/slideLayouts/slideLayout2.xml" Id="Refdcd82b44e346ba" /><Relationship Type="http://schemas.openxmlformats.org/officeDocument/2006/relationships/slideLayout" Target="/ppt/slideLayouts/slideLayout3.xml" Id="Rd17dee8c15e94692" /><Relationship Type="http://schemas.openxmlformats.org/officeDocument/2006/relationships/slideLayout" Target="/ppt/slideLayouts/slideLayout4.xml" Id="R0a0ca80a3d6348a4" /><Relationship Type="http://schemas.openxmlformats.org/officeDocument/2006/relationships/slideLayout" Target="/ppt/slideLayouts/slideLayout5.xml" Id="Rdaf0a218f7c048e2" /><Relationship Type="http://schemas.openxmlformats.org/officeDocument/2006/relationships/slideLayout" Target="/ppt/slideLayouts/slideLayout6.xml" Id="R199eb3196aa148b2" /><Relationship Type="http://schemas.openxmlformats.org/officeDocument/2006/relationships/slideLayout" Target="/ppt/slideLayouts/slideLayout7.xml" Id="Re8273d88c9ce4e75" /><Relationship Type="http://schemas.openxmlformats.org/officeDocument/2006/relationships/slideLayout" Target="/ppt/slideLayouts/slideLayout8.xml" Id="R0d7a8479f3564a9e" /><Relationship Type="http://schemas.openxmlformats.org/officeDocument/2006/relationships/slideLayout" Target="/ppt/slideLayouts/slideLayout9.xml" Id="R8af5c73ec2e54e5f" /><Relationship Type="http://schemas.openxmlformats.org/officeDocument/2006/relationships/slideLayout" Target="/ppt/slideLayouts/slideLayout10.xml" Id="Ref587e6290434b75" /><Relationship Type="http://schemas.openxmlformats.org/officeDocument/2006/relationships/slideLayout" Target="/ppt/slideLayouts/slideLayout11.xml" Id="R7d268b900b21401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9aef5e63614260"/>
    <p:sldLayoutId xmlns:r="http://schemas.openxmlformats.org/officeDocument/2006/relationships" id="2147483650" r:id="Refdcd82b44e346ba"/>
    <p:sldLayoutId xmlns:r="http://schemas.openxmlformats.org/officeDocument/2006/relationships" id="2147483651" r:id="Rd17dee8c15e94692"/>
    <p:sldLayoutId xmlns:r="http://schemas.openxmlformats.org/officeDocument/2006/relationships" id="2147483652" r:id="R0a0ca80a3d6348a4"/>
    <p:sldLayoutId xmlns:r="http://schemas.openxmlformats.org/officeDocument/2006/relationships" id="2147483653" r:id="Rdaf0a218f7c048e2"/>
    <p:sldLayoutId xmlns:r="http://schemas.openxmlformats.org/officeDocument/2006/relationships" id="2147483654" r:id="R199eb3196aa148b2"/>
    <p:sldLayoutId xmlns:r="http://schemas.openxmlformats.org/officeDocument/2006/relationships" id="2147483655" r:id="Re8273d88c9ce4e75"/>
    <p:sldLayoutId xmlns:r="http://schemas.openxmlformats.org/officeDocument/2006/relationships" id="2147483656" r:id="R0d7a8479f3564a9e"/>
    <p:sldLayoutId xmlns:r="http://schemas.openxmlformats.org/officeDocument/2006/relationships" id="2147483657" r:id="R8af5c73ec2e54e5f"/>
    <p:sldLayoutId xmlns:r="http://schemas.openxmlformats.org/officeDocument/2006/relationships" id="2147483658" r:id="Ref587e6290434b75"/>
    <p:sldLayoutId xmlns:r="http://schemas.openxmlformats.org/officeDocument/2006/relationships" id="2147483659" r:id="R7d268b900b21401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6587e2dbdce42b9" /><Relationship Type="http://schemas.openxmlformats.org/officeDocument/2006/relationships/notesSlide" Target="/ppt/notesSlides/notesSlide1.xml" Id="R0f303a23a4a649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c6d20387f4993" /><Relationship Type="http://schemas.openxmlformats.org/officeDocument/2006/relationships/image" Target="/ppt/media/image.png" Id="R8d474db02e9d42ac" /><Relationship Type="http://schemas.openxmlformats.org/officeDocument/2006/relationships/image" Target="/ppt/media/image2.png" Id="R4fcc32a7deae4a4d" /><Relationship Type="http://schemas.openxmlformats.org/officeDocument/2006/relationships/notesSlide" Target="/ppt/notesSlides/notesSlide2.xml" Id="R4470d550131a4a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67616ccb644654" /><Relationship Type="http://schemas.openxmlformats.org/officeDocument/2006/relationships/notesSlide" Target="/ppt/notesSlides/notesSlide3.xml" Id="Rceb60f26dc0f47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e2674df4744509" /><Relationship Type="http://schemas.openxmlformats.org/officeDocument/2006/relationships/notesSlide" Target="/ppt/notesSlides/notesSlide4.xml" Id="R7b5fcfcffa5945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a7454d5ec94c3b" /><Relationship Type="http://schemas.openxmlformats.org/officeDocument/2006/relationships/image" Target="/ppt/media/image3.png" Id="R6dda5c7eb0e247f6" /><Relationship Type="http://schemas.openxmlformats.org/officeDocument/2006/relationships/image" Target="/ppt/media/image4.png" Id="Rc6bd818857a04def" /><Relationship Type="http://schemas.openxmlformats.org/officeDocument/2006/relationships/notesSlide" Target="/ppt/notesSlides/notesSlide5.xml" Id="Ra74ed315b38a46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b024fb6a894d4a" /><Relationship Type="http://schemas.openxmlformats.org/officeDocument/2006/relationships/image" Target="/ppt/media/image5.png" Id="Re6b718668bb3463a" /><Relationship Type="http://schemas.openxmlformats.org/officeDocument/2006/relationships/image" Target="/ppt/media/image6.png" Id="R35594bf9db084ebd" /><Relationship Type="http://schemas.openxmlformats.org/officeDocument/2006/relationships/notesSlide" Target="/ppt/notesSlides/notesSlide6.xml" Id="Ra0862e8c6eaa41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69c82bb3f6460f" /><Relationship Type="http://schemas.openxmlformats.org/officeDocument/2006/relationships/notesSlide" Target="/ppt/notesSlides/notesSlide7.xml" Id="R922692713dd644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02fe68a7fc4db8" /><Relationship Type="http://schemas.openxmlformats.org/officeDocument/2006/relationships/image" Target="/ppt/media/image7.png" Id="Re424b30ee9ad4882" /><Relationship Type="http://schemas.openxmlformats.org/officeDocument/2006/relationships/image" Target="/ppt/media/image8.png" Id="R4608a36edeb54d5e" /><Relationship Type="http://schemas.openxmlformats.org/officeDocument/2006/relationships/notesSlide" Target="/ppt/notesSlides/notesSlide8.xml" Id="R2378edd9e38345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d65a56afb34901" /><Relationship Type="http://schemas.openxmlformats.org/officeDocument/2006/relationships/notesSlide" Target="/ppt/notesSlides/notesSlide9.xml" Id="Rf4e1fa0a67704d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7bfa21c0c84ef0" /><Relationship Type="http://schemas.openxmlformats.org/officeDocument/2006/relationships/image" Target="/ppt/media/image9.png" Id="R0ec3cdb40487423c" /><Relationship Type="http://schemas.openxmlformats.org/officeDocument/2006/relationships/image" Target="/ppt/media/image10.png" Id="R3afe41dc1dd94657" /><Relationship Type="http://schemas.openxmlformats.org/officeDocument/2006/relationships/image" Target="/ppt/media/image11.png" Id="R39bd8f1c98d4410e" /><Relationship Type="http://schemas.openxmlformats.org/officeDocument/2006/relationships/image" Target="/ppt/media/image12.png" Id="R6b53d2d75f0b4840" /><Relationship Type="http://schemas.openxmlformats.org/officeDocument/2006/relationships/notesSlide" Target="/ppt/notesSlides/notesSlide10.xml" Id="R3644b82b272b4b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8c15c71d874bc0" /><Relationship Type="http://schemas.openxmlformats.org/officeDocument/2006/relationships/notesSlide" Target="/ppt/notesSlides/notesSlide11.xml" Id="R7a19ce11755144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f6ba6ff89f4105" /><Relationship Type="http://schemas.openxmlformats.org/officeDocument/2006/relationships/image" Target="/ppt/media/image13.png" Id="Rd73726cf44d54bb5" /><Relationship Type="http://schemas.openxmlformats.org/officeDocument/2006/relationships/image" Target="/ppt/media/image14.png" Id="R6c4c006ed0484f17" /><Relationship Type="http://schemas.openxmlformats.org/officeDocument/2006/relationships/image" Target="/ppt/media/image15.png" Id="R7c5571576c3949de" /><Relationship Type="http://schemas.openxmlformats.org/officeDocument/2006/relationships/image" Target="/ppt/media/image16.png" Id="R1f3583e66b254444" /><Relationship Type="http://schemas.openxmlformats.org/officeDocument/2006/relationships/image" Target="/ppt/media/image17.png" Id="Rfbec20937baf473b" /><Relationship Type="http://schemas.openxmlformats.org/officeDocument/2006/relationships/image" Target="/ppt/media/image18.png" Id="R18c8394eeafa4742" /><Relationship Type="http://schemas.openxmlformats.org/officeDocument/2006/relationships/notesSlide" Target="/ppt/notesSlides/notesSlide12.xml" Id="Rdd606f400b3f4d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d8b0f0c2ed4cdc" /><Relationship Type="http://schemas.openxmlformats.org/officeDocument/2006/relationships/notesSlide" Target="/ppt/notesSlides/notesSlide13.xml" Id="R111adde5079346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55d429a376143b7" /><Relationship Type="http://schemas.openxmlformats.org/officeDocument/2006/relationships/notesSlide" Target="/ppt/notesSlides/notesSlide14.xml" Id="R340d674b30164b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44ce2d9dcc4edc" /><Relationship Type="http://schemas.openxmlformats.org/officeDocument/2006/relationships/image" Target="/ppt/media/image19.png" Id="Rb6746a39a5ad49b9" /><Relationship Type="http://schemas.openxmlformats.org/officeDocument/2006/relationships/image" Target="/ppt/media/image20.png" Id="R70ae5da4acb942a8" /><Relationship Type="http://schemas.openxmlformats.org/officeDocument/2006/relationships/notesSlide" Target="/ppt/notesSlides/notesSlide15.xml" Id="R277622ac909d4d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6f4c1c3a5740e7" /><Relationship Type="http://schemas.openxmlformats.org/officeDocument/2006/relationships/notesSlide" Target="/ppt/notesSlides/notesSlide16.xml" Id="Rc801766d0c3d44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90f050033a4ac5" /><Relationship Type="http://schemas.openxmlformats.org/officeDocument/2006/relationships/image" Target="/ppt/media/image21.png" Id="Ra293274992304add" /><Relationship Type="http://schemas.openxmlformats.org/officeDocument/2006/relationships/image" Target="/ppt/media/image22.png" Id="Rc7b285986ab34911" /><Relationship Type="http://schemas.openxmlformats.org/officeDocument/2006/relationships/notesSlide" Target="/ppt/notesSlides/notesSlide17.xml" Id="R8dc62bd523ba4b8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409c132ced480a" /><Relationship Type="http://schemas.openxmlformats.org/officeDocument/2006/relationships/notesSlide" Target="/ppt/notesSlides/notesSlide18.xml" Id="R27e69a9508a14a7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e8a09990284783" /><Relationship Type="http://schemas.openxmlformats.org/officeDocument/2006/relationships/image" Target="/ppt/media/image23.png" Id="Reb84938ef5fc4261" /><Relationship Type="http://schemas.openxmlformats.org/officeDocument/2006/relationships/image" Target="/ppt/media/image24.png" Id="R10b361482d6c4a03" /><Relationship Type="http://schemas.openxmlformats.org/officeDocument/2006/relationships/notesSlide" Target="/ppt/notesSlides/notesSlide19.xml" Id="R932d1636ce1449f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95e86eea0d4574" /><Relationship Type="http://schemas.openxmlformats.org/officeDocument/2006/relationships/notesSlide" Target="/ppt/notesSlides/notesSlide20.xml" Id="Rfe16dca7871e48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74db02e9d42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c32a7deae4a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19883-82E7-4739-83D4-DDB33D6E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1C5C4-252A-4164-B5A7-C472E950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45B20-E5FA-42DF-8F0F-A09B3B73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AAD6D-1CD4-4E65-80F1-CF5513B6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Kekurangan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44F57-4372-4FCE-AB35-40DBCF00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Sensor, jalur analog, dan kontrol berada pada satu motherboard. PCF8574 dan SHT40 belum tersedia.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4F706-6F7A-4A28-BD05-25971BF9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Perbaikan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72FC2-0F5A-4E22-BD8D-72CF3133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V2 memisahkan sensor module, menggunakan OPA320, serta menambah PCF8574, SHT40, dan kontrol daya.</a:t>
            </a:r>
          </a:p>
        </p:txBody>
      </p:sp>
    </p:spTree>
    <p:extLst>
      <p:ext uri="{BB962C8B-B14F-4D97-AF65-F5344CB8AC3E}">
        <p14:creationId xmlns:p14="http://schemas.microsoft.com/office/powerpoint/2010/main" val="4698405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a5c7eb0e247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d818857a04d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718668bb346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94bf9db084e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EF3CD-4971-4F0F-8C92-665A8B57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955E5-D48E-4F46-9D61-C786648E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AB1E5-B58B-437D-8361-6A286D7A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3B2DF-0956-4BFB-8E98-5FC3700E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Kekurangan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F7561-C07E-4042-8BF3-3CFF9D81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V1 masih memakai INA333, OPA333, LM321, dan ULN2003 pada motherboard.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F73B4-605F-4790-960D-64FF5208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Perbaikan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345B7-36D7-415C-8337-0CB475FE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V2 memakai delapan sensor module eksternal. +5VA dan TPL5010 tetap tersedia.</a:t>
            </a:r>
          </a:p>
        </p:txBody>
      </p:sp>
    </p:spTree>
    <p:extLst>
      <p:ext uri="{BB962C8B-B14F-4D97-AF65-F5344CB8AC3E}">
        <p14:creationId xmlns:p14="http://schemas.microsoft.com/office/powerpoint/2010/main" val="19710299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4b30ee9ad4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8a36edeb54d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317EB-64E7-4368-90EA-3C78F001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C1538-FEC2-4A03-9129-D14DE17B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3EDAC-11F4-42D3-A64D-B17478D0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BA924-C1BC-448D-B7E4-8B70B29A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Kekurangan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8C14D-362B-421D-9395-C0ADACBE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Source PCB tidak menunjukkan penggantian IC atau acquisition baru dibanding V2.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FDA4D-6F49-4020-9CE1-FA73B182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Perbaikan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9A032-5145-4C76-B970-DFB2A8B0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V3 mempertahankan OPA320, ADS1256, PCF8574, SHT40, TCA/MCP, +5VA, dan TPL5010.</a:t>
            </a:r>
          </a:p>
        </p:txBody>
      </p:sp>
    </p:spTree>
    <p:extLst>
      <p:ext uri="{BB962C8B-B14F-4D97-AF65-F5344CB8AC3E}">
        <p14:creationId xmlns:p14="http://schemas.microsoft.com/office/powerpoint/2010/main" val="90267333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3cdb4048742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100031" cy="3519577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e41dc1dd946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031" y="0"/>
            <a:ext cx="3664217" cy="351957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</a:t>
            </a:r>
          </a:p>
        </p:txBody>
      </p:sp>
      <p:pic>
        <p:nvPicPr>
          <p:cNvPr id="1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d8f1c98d441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7782" y="0"/>
            <a:ext cx="3664218" cy="3597368"/>
          </a:xfrm>
          <a:prstGeom xmlns:a="http://schemas.openxmlformats.org/drawingml/2006/main" prst="rect">
            <a:avLst/>
          </a:prstGeom>
        </p:spPr>
      </p:pic>
      <p:pic>
        <p:nvPicPr>
          <p:cNvPr id="1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3d2d75f0b48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1963" y="3573932"/>
            <a:ext cx="3490037" cy="32840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56F65-19D0-4657-A81B-76DD2842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B8725-B03E-404A-B298-07F04F48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5F4FB-62C8-4FEC-80A4-1F39BF70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A8CE3-81A5-4377-89FD-2B5E05BA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Kekurangan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1CA7F-F645-4969-A419-7F6129D5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Source PCB tidak menunjukkan pembaruan acquisition dibanding V3.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7B245-6772-44FD-A98C-3DE92978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Perbaikan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76837-EED1-4739-9F75-9C5B0A19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V4 mempertahankan sensor module eksternal, OPA320, ADS1256, PCF8574, SHT40, +5VA, dan TPL5010.</a:t>
            </a:r>
          </a:p>
        </p:txBody>
      </p:sp>
    </p:spTree>
    <p:extLst>
      <p:ext uri="{BB962C8B-B14F-4D97-AF65-F5344CB8AC3E}">
        <p14:creationId xmlns:p14="http://schemas.microsoft.com/office/powerpoint/2010/main" val="103936869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726cf44d54b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2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c006ed0484f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29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571576c3949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0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583e66b2544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c20937baf47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2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8394eeafa47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745FD-6EFF-42B6-A733-7E6061E3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994C9-5E5B-4991-A94F-6C7B8179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EE99D-48BA-40FD-BC29-D69164C8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FA925-530C-4F1B-B02B-8B602746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Kekurangan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D39CE-E5B6-4416-B744-6C2F2461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Board adapter tidak memuat ADS1256, TCA, PCF8574, SHT40, OPA, MCP4725, atau +5VA.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56422-548E-4EF3-9496-8C53BE02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Perbaikan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E833C-86A5-4AF4-A7E2-B7C59D3D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V5 memusatkan interface E22, USB-UART, RS-485, dan OLED. TPS2116, TPS22964, TPS3839, TPS61175, serta TPL5010 tetap ada.</a:t>
            </a:r>
          </a:p>
        </p:txBody>
      </p:sp>
    </p:spTree>
    <p:extLst>
      <p:ext uri="{BB962C8B-B14F-4D97-AF65-F5344CB8AC3E}">
        <p14:creationId xmlns:p14="http://schemas.microsoft.com/office/powerpoint/2010/main" val="57165960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46a39a5ad49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e5da4acb942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C39D6-973C-4301-BEE2-51D21EB1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4B7D1-CA8A-42D8-B0EA-0F0AEAC5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76B24-3F7D-4F71-9B60-3E213A8C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D38AB-593B-40A0-A44C-C8610327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Kekurangan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7520A-6586-4008-A1A4-FDC96226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CH V1 tidak memiliki WDT. Detail IC belum dapat dipastikan tanpa PCB JSON atau BOM yang cocok.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9CA1C-1A9B-4AED-84E8-3219D741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Perbaikan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27209-8D01-49CB-B9E8-FE0793D5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CH V2 menambahkan WDT dan tetap menerima atau meneruskan data radio dari GLD.</a:t>
            </a:r>
          </a:p>
        </p:txBody>
      </p:sp>
    </p:spTree>
    <p:extLst>
      <p:ext uri="{BB962C8B-B14F-4D97-AF65-F5344CB8AC3E}">
        <p14:creationId xmlns:p14="http://schemas.microsoft.com/office/powerpoint/2010/main" val="214378156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3274992304a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285986ab349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5D6A8-E47A-4AB5-AEA1-BBE62072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CC2F7-77C5-4CB5-8C5C-FAB384F4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4C1F9-75D9-4F0F-8950-541C7A06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950EC-F118-4760-8275-803C12DB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Kekurangan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D2CA7-ADE2-4C6D-870E-EEF6174C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CH V1 tidak memiliki WDT dan memakai papan memanjang dengan holder baterai.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428E8-4A2E-42AA-B687-D31CAF1A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Perbaikan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41ABF-68E7-4184-B1BF-8B40C957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CH V2 memiliki WDT dan memakai PCB bundar/kompak. Nomor IC memerlukan BOM yang sesuai.</a:t>
            </a:r>
          </a:p>
        </p:txBody>
      </p:sp>
    </p:spTree>
    <p:extLst>
      <p:ext uri="{BB962C8B-B14F-4D97-AF65-F5344CB8AC3E}">
        <p14:creationId xmlns:p14="http://schemas.microsoft.com/office/powerpoint/2010/main" val="58609151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4938ef5fc42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361482d6c4a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4BCAC-E46D-4640-866A-7D3B3500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9314B-0EA5-4866-96D8-5B010198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51C05-E5D9-454B-B943-31C2E0ED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C76D0-D86E-4C9C-972A-1AAEB3E1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Kekurangan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CAB9E-0808-4BE2-BC3B-E617998E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Penggantian IC dari CH V2 ke V3 belum dapat dibuktikan oleh source PCB atau BOM.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E8309-41DD-44A5-9587-B458009E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Perbaikan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A4882-C2A3-4E14-A1CF-100432EF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CH V3 tetap memiliki WDT dan kembali memakai papan memanjang dengan holder baterai.</a:t>
            </a:r>
          </a:p>
        </p:txBody>
      </p:sp>
    </p:spTree>
    <p:extLst>
      <p:ext uri="{BB962C8B-B14F-4D97-AF65-F5344CB8AC3E}">
        <p14:creationId xmlns:p14="http://schemas.microsoft.com/office/powerpoint/2010/main" val="183305148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2026-10-02T05:43:04.0300000Z</dcterms:created>
  <dcterms:modified xsi:type="dcterms:W3CDTF">2026-10-02T05:43:04.0300000Z</dcterms:modified>
</coreProperties>
</file>