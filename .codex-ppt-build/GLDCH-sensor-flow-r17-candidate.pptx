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fde891c20a4c6c" /><Relationship Type="http://schemas.openxmlformats.org/officeDocument/2006/relationships/extended-properties" Target="/docProps/app.xml" Id="R35549f77fa764eab" /><Relationship Type="http://schemas.openxmlformats.org/officeDocument/2006/relationships/officeDocument" Target="/ppt/presentation.xml" Id="R768f848fe5dd4b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edc0aef294da5"/>
  </p:sldMasterIdLst>
  <p:notesMasterIdLst>
    <p:notesMasterId xmlns:r="http://schemas.openxmlformats.org/officeDocument/2006/relationships" r:id="Re93d598918714648"/>
  </p:notesMasterIdLst>
  <p:sldIdLst>
    <p:sldId xmlns:r="http://schemas.openxmlformats.org/officeDocument/2006/relationships" id="256" r:id="Rf8fa1d9b7bac4c34"/>
    <p:sldId xmlns:r="http://schemas.openxmlformats.org/officeDocument/2006/relationships" id="257" r:id="Ref30ec307dad4d9e"/>
    <p:sldId xmlns:r="http://schemas.openxmlformats.org/officeDocument/2006/relationships" id="258" r:id="R4a761c1d10fc489f"/>
    <p:sldId xmlns:r="http://schemas.openxmlformats.org/officeDocument/2006/relationships" id="259" r:id="R20f1963ad20d4c48"/>
    <p:sldId xmlns:r="http://schemas.openxmlformats.org/officeDocument/2006/relationships" id="260" r:id="R62f0d0466f4f458e"/>
    <p:sldId xmlns:r="http://schemas.openxmlformats.org/officeDocument/2006/relationships" id="261" r:id="Ree89015b87d54d5c"/>
    <p:sldId xmlns:r="http://schemas.openxmlformats.org/officeDocument/2006/relationships" id="262" r:id="Ra3c1695f85a64d62"/>
    <p:sldId xmlns:r="http://schemas.openxmlformats.org/officeDocument/2006/relationships" id="263" r:id="R71c20648337c421f"/>
    <p:sldId xmlns:r="http://schemas.openxmlformats.org/officeDocument/2006/relationships" id="264" r:id="Rb12f3f1e863b4043"/>
    <p:sldId xmlns:r="http://schemas.openxmlformats.org/officeDocument/2006/relationships" id="265" r:id="R57b36e29b6eb493f"/>
    <p:sldId xmlns:r="http://schemas.openxmlformats.org/officeDocument/2006/relationships" id="266" r:id="R829bf77ba8ab41c4"/>
    <p:sldId xmlns:r="http://schemas.openxmlformats.org/officeDocument/2006/relationships" id="267" r:id="R880433a32dc14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d711f83294722" /><Relationship Type="http://schemas.openxmlformats.org/officeDocument/2006/relationships/slideMaster" Target="/ppt/slideMasters/slideMaster1.xml" Id="R24eedc0aef294da5" /><Relationship Type="http://schemas.openxmlformats.org/officeDocument/2006/relationships/notesMaster" Target="/ppt/notesMasters/notesMaster1.xml" Id="Re93d598918714648" /><Relationship Type="http://schemas.openxmlformats.org/officeDocument/2006/relationships/presProps" Target="/ppt/presProps.xml" Id="Rf915d462b30e4307" /><Relationship Type="http://schemas.openxmlformats.org/officeDocument/2006/relationships/viewProps" Target="/ppt/viewProps.xml" Id="R3093c39748c343ce" /><Relationship Type="http://schemas.openxmlformats.org/officeDocument/2006/relationships/tableStyles" Target="/ppt/tableStyles.xml" Id="Rd9da630b757a4ab5" /><Relationship Type="http://schemas.openxmlformats.org/officeDocument/2006/relationships/slide" Target="/ppt/slides/slide1.xml" Id="Rf8fa1d9b7bac4c34" /><Relationship Type="http://schemas.openxmlformats.org/officeDocument/2006/relationships/slide" Target="/ppt/slides/slide2.xml" Id="Ref30ec307dad4d9e" /><Relationship Type="http://schemas.openxmlformats.org/officeDocument/2006/relationships/slide" Target="/ppt/slides/slide3.xml" Id="R4a761c1d10fc489f" /><Relationship Type="http://schemas.openxmlformats.org/officeDocument/2006/relationships/slide" Target="/ppt/slides/slide4.xml" Id="R20f1963ad20d4c48" /><Relationship Type="http://schemas.openxmlformats.org/officeDocument/2006/relationships/slide" Target="/ppt/slides/slide5.xml" Id="R62f0d0466f4f458e" /><Relationship Type="http://schemas.openxmlformats.org/officeDocument/2006/relationships/slide" Target="/ppt/slides/slide6.xml" Id="Ree89015b87d54d5c" /><Relationship Type="http://schemas.openxmlformats.org/officeDocument/2006/relationships/slide" Target="/ppt/slides/slide7.xml" Id="Ra3c1695f85a64d62" /><Relationship Type="http://schemas.openxmlformats.org/officeDocument/2006/relationships/slide" Target="/ppt/slides/slide8.xml" Id="R71c20648337c421f" /><Relationship Type="http://schemas.openxmlformats.org/officeDocument/2006/relationships/slide" Target="/ppt/slides/slide9.xml" Id="Rb12f3f1e863b4043" /><Relationship Type="http://schemas.openxmlformats.org/officeDocument/2006/relationships/slide" Target="/ppt/slides/slide10.xml" Id="R57b36e29b6eb493f" /><Relationship Type="http://schemas.openxmlformats.org/officeDocument/2006/relationships/slide" Target="/ppt/slides/slide11.xml" Id="R829bf77ba8ab41c4" /><Relationship Type="http://schemas.openxmlformats.org/officeDocument/2006/relationships/slide" Target="/ppt/slides/slide12.xml" Id="R880433a32dc1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60ae74c53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f760ed860479c" /><Relationship Type="http://schemas.openxmlformats.org/officeDocument/2006/relationships/notesMaster" Target="/ppt/notesMasters/notesMaster1.xml" Id="R619ebd7bc8da47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e5fee031c47b9" /><Relationship Type="http://schemas.openxmlformats.org/officeDocument/2006/relationships/notesMaster" Target="/ppt/notesMasters/notesMaster1.xml" Id="R61aedab28c2b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8cbba72f534a49" /><Relationship Type="http://schemas.openxmlformats.org/officeDocument/2006/relationships/notesMaster" Target="/ppt/notesMasters/notesMaster1.xml" Id="Rf6aa73d3f7ab45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964133bc624471" /><Relationship Type="http://schemas.openxmlformats.org/officeDocument/2006/relationships/notesMaster" Target="/ppt/notesMasters/notesMaster1.xml" Id="R8f5522056ab8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2bbcc11ca4dfd" /><Relationship Type="http://schemas.openxmlformats.org/officeDocument/2006/relationships/notesMaster" Target="/ppt/notesMasters/notesMaster1.xml" Id="R61b4f6a64f5f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636b26dec44f38" /><Relationship Type="http://schemas.openxmlformats.org/officeDocument/2006/relationships/notesMaster" Target="/ppt/notesMasters/notesMaster1.xml" Id="Rb6df7576339e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af5857d8a84c10" /><Relationship Type="http://schemas.openxmlformats.org/officeDocument/2006/relationships/notesMaster" Target="/ppt/notesMasters/notesMaster1.xml" Id="R98084452d14e43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d8b8759474c98" /><Relationship Type="http://schemas.openxmlformats.org/officeDocument/2006/relationships/notesMaster" Target="/ppt/notesMasters/notesMaster1.xml" Id="Rc8a6c8bb2f3e4d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cba38c564403a" /><Relationship Type="http://schemas.openxmlformats.org/officeDocument/2006/relationships/notesMaster" Target="/ppt/notesMasters/notesMaster1.xml" Id="R3fa17be596fe40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4d2666ec10405c" /><Relationship Type="http://schemas.openxmlformats.org/officeDocument/2006/relationships/notesMaster" Target="/ppt/notesMasters/notesMaster1.xml" Id="R4ebbfee8f403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1e704c32d64cad" /><Relationship Type="http://schemas.openxmlformats.org/officeDocument/2006/relationships/notesMaster" Target="/ppt/notesMasters/notesMaster1.xml" Id="R619e5b0c93cb46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a5cd644ba0445b" /><Relationship Type="http://schemas.openxmlformats.org/officeDocument/2006/relationships/notesMaster" Target="/ppt/notesMasters/notesMaster1.xml" Id="Rb96eda41f349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fd26a905349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8722c448a4d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31b82dbad4e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b247975fa46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6331362814e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89fd82ef245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b63bf4cd243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4902ac2234e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f78dd57b344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6289e1afd46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83e9edc5640e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dc8f2206845f1" /><Relationship Type="http://schemas.openxmlformats.org/officeDocument/2006/relationships/slideLayout" Target="/ppt/slideLayouts/slideLayout1.xml" Id="R458fc1e19ae248fa" /><Relationship Type="http://schemas.openxmlformats.org/officeDocument/2006/relationships/slideLayout" Target="/ppt/slideLayouts/slideLayout2.xml" Id="R27571f42d8c34a7c" /><Relationship Type="http://schemas.openxmlformats.org/officeDocument/2006/relationships/slideLayout" Target="/ppt/slideLayouts/slideLayout3.xml" Id="R2929408e5e054ee4" /><Relationship Type="http://schemas.openxmlformats.org/officeDocument/2006/relationships/slideLayout" Target="/ppt/slideLayouts/slideLayout4.xml" Id="Rc690fcb0b3d24cb9" /><Relationship Type="http://schemas.openxmlformats.org/officeDocument/2006/relationships/slideLayout" Target="/ppt/slideLayouts/slideLayout5.xml" Id="R6dadb02843eb4d40" /><Relationship Type="http://schemas.openxmlformats.org/officeDocument/2006/relationships/slideLayout" Target="/ppt/slideLayouts/slideLayout6.xml" Id="R464ea5364e7f4df4" /><Relationship Type="http://schemas.openxmlformats.org/officeDocument/2006/relationships/slideLayout" Target="/ppt/slideLayouts/slideLayout7.xml" Id="R020e561d77784478" /><Relationship Type="http://schemas.openxmlformats.org/officeDocument/2006/relationships/slideLayout" Target="/ppt/slideLayouts/slideLayout8.xml" Id="Refe584c8481e4cc3" /><Relationship Type="http://schemas.openxmlformats.org/officeDocument/2006/relationships/slideLayout" Target="/ppt/slideLayouts/slideLayout9.xml" Id="R5632fd1e63794c18" /><Relationship Type="http://schemas.openxmlformats.org/officeDocument/2006/relationships/slideLayout" Target="/ppt/slideLayouts/slideLayout10.xml" Id="Rb81ec46a61ea4f7b" /><Relationship Type="http://schemas.openxmlformats.org/officeDocument/2006/relationships/slideLayout" Target="/ppt/slideLayouts/slideLayout11.xml" Id="R734588d7ef7c40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fc1e19ae248fa"/>
    <p:sldLayoutId xmlns:r="http://schemas.openxmlformats.org/officeDocument/2006/relationships" id="2147483650" r:id="R27571f42d8c34a7c"/>
    <p:sldLayoutId xmlns:r="http://schemas.openxmlformats.org/officeDocument/2006/relationships" id="2147483651" r:id="R2929408e5e054ee4"/>
    <p:sldLayoutId xmlns:r="http://schemas.openxmlformats.org/officeDocument/2006/relationships" id="2147483652" r:id="Rc690fcb0b3d24cb9"/>
    <p:sldLayoutId xmlns:r="http://schemas.openxmlformats.org/officeDocument/2006/relationships" id="2147483653" r:id="R6dadb02843eb4d40"/>
    <p:sldLayoutId xmlns:r="http://schemas.openxmlformats.org/officeDocument/2006/relationships" id="2147483654" r:id="R464ea5364e7f4df4"/>
    <p:sldLayoutId xmlns:r="http://schemas.openxmlformats.org/officeDocument/2006/relationships" id="2147483655" r:id="R020e561d77784478"/>
    <p:sldLayoutId xmlns:r="http://schemas.openxmlformats.org/officeDocument/2006/relationships" id="2147483656" r:id="Refe584c8481e4cc3"/>
    <p:sldLayoutId xmlns:r="http://schemas.openxmlformats.org/officeDocument/2006/relationships" id="2147483657" r:id="R5632fd1e63794c18"/>
    <p:sldLayoutId xmlns:r="http://schemas.openxmlformats.org/officeDocument/2006/relationships" id="2147483658" r:id="Rb81ec46a61ea4f7b"/>
    <p:sldLayoutId xmlns:r="http://schemas.openxmlformats.org/officeDocument/2006/relationships" id="2147483659" r:id="R734588d7ef7c40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d493c9d8d74808" /><Relationship Type="http://schemas.openxmlformats.org/officeDocument/2006/relationships/notesSlide" Target="/ppt/notesSlides/notesSlide1.xml" Id="R76ec78480b22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57e3471334fd5" /><Relationship Type="http://schemas.openxmlformats.org/officeDocument/2006/relationships/image" Target="/ppt/media/image.png" Id="Rf8ab693515044971" /><Relationship Type="http://schemas.openxmlformats.org/officeDocument/2006/relationships/image" Target="/ppt/media/image2.png" Id="R29adbcc57bbb49ba" /><Relationship Type="http://schemas.openxmlformats.org/officeDocument/2006/relationships/notesSlide" Target="/ppt/notesSlides/notesSlide2.xml" Id="Rd96a13fcd2664b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65323f5ac1470c" /><Relationship Type="http://schemas.openxmlformats.org/officeDocument/2006/relationships/notesSlide" Target="/ppt/notesSlides/notesSlide3.xml" Id="R35722a066e96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d900c1be2448c" /><Relationship Type="http://schemas.openxmlformats.org/officeDocument/2006/relationships/image" Target="/ppt/media/image3.png" Id="R7cdba61ca1164df4" /><Relationship Type="http://schemas.openxmlformats.org/officeDocument/2006/relationships/image" Target="/ppt/media/image4.png" Id="R165e852d03994783" /><Relationship Type="http://schemas.openxmlformats.org/officeDocument/2006/relationships/notesSlide" Target="/ppt/notesSlides/notesSlide4.xml" Id="Rb0b8be1ede65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655ea961e745aa" /><Relationship Type="http://schemas.openxmlformats.org/officeDocument/2006/relationships/image" Target="/ppt/media/image5.png" Id="Raed9202220904362" /><Relationship Type="http://schemas.openxmlformats.org/officeDocument/2006/relationships/image" Target="/ppt/media/image6.png" Id="R420956a7bdd8416a" /><Relationship Type="http://schemas.openxmlformats.org/officeDocument/2006/relationships/notesSlide" Target="/ppt/notesSlides/notesSlide5.xml" Id="R11f3f52436de4f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d863e20c0448c8" /><Relationship Type="http://schemas.openxmlformats.org/officeDocument/2006/relationships/image" Target="/ppt/media/image7.png" Id="Rbdd14b3f7a1b4ea6" /><Relationship Type="http://schemas.openxmlformats.org/officeDocument/2006/relationships/image" Target="/ppt/media/image8.png" Id="R3a8048ce470c4a8f" /><Relationship Type="http://schemas.openxmlformats.org/officeDocument/2006/relationships/notesSlide" Target="/ppt/notesSlides/notesSlide6.xml" Id="R280989dc64164d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6bc04c2b0c422d" /><Relationship Type="http://schemas.openxmlformats.org/officeDocument/2006/relationships/image" Target="/ppt/media/image9.png" Id="R50f3a7c6c017454f" /><Relationship Type="http://schemas.openxmlformats.org/officeDocument/2006/relationships/image" Target="/ppt/media/image10.png" Id="R92c8ab02a93b4a15" /><Relationship Type="http://schemas.openxmlformats.org/officeDocument/2006/relationships/image" Target="/ppt/media/image11.png" Id="R5fa66b5bebd643b1" /><Relationship Type="http://schemas.openxmlformats.org/officeDocument/2006/relationships/image" Target="/ppt/media/image12.png" Id="Rf0eeec2e82934454" /><Relationship Type="http://schemas.openxmlformats.org/officeDocument/2006/relationships/notesSlide" Target="/ppt/notesSlides/notesSlide7.xml" Id="R14c6b1aab16343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e6b12b9d134933" /><Relationship Type="http://schemas.openxmlformats.org/officeDocument/2006/relationships/image" Target="/ppt/media/image13.png" Id="R5356e6cb06154def" /><Relationship Type="http://schemas.openxmlformats.org/officeDocument/2006/relationships/image" Target="/ppt/media/image14.png" Id="Rdf55caed7b274be9" /><Relationship Type="http://schemas.openxmlformats.org/officeDocument/2006/relationships/image" Target="/ppt/media/image15.png" Id="R0cf581f31e2a422d" /><Relationship Type="http://schemas.openxmlformats.org/officeDocument/2006/relationships/image" Target="/ppt/media/image16.png" Id="R23940f19df024f9b" /><Relationship Type="http://schemas.openxmlformats.org/officeDocument/2006/relationships/image" Target="/ppt/media/image17.png" Id="R806f8490f77a4e37" /><Relationship Type="http://schemas.openxmlformats.org/officeDocument/2006/relationships/image" Target="/ppt/media/image18.png" Id="R833ab75d685945ef" /><Relationship Type="http://schemas.openxmlformats.org/officeDocument/2006/relationships/notesSlide" Target="/ppt/notesSlides/notesSlide8.xml" Id="R1966e39cd51b49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a8181ff53345f4" /><Relationship Type="http://schemas.openxmlformats.org/officeDocument/2006/relationships/notesSlide" Target="/ppt/notesSlides/notesSlide9.xml" Id="R0863dc4ffd1e45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856a54cb1c447d" /><Relationship Type="http://schemas.openxmlformats.org/officeDocument/2006/relationships/image" Target="/ppt/media/image19.png" Id="Rbf459ddffe91489f" /><Relationship Type="http://schemas.openxmlformats.org/officeDocument/2006/relationships/image" Target="/ppt/media/image20.png" Id="R2df2594a482b49e2" /><Relationship Type="http://schemas.openxmlformats.org/officeDocument/2006/relationships/notesSlide" Target="/ppt/notesSlides/notesSlide10.xml" Id="R7835f6cbf29c4f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185c4a64fd4775" /><Relationship Type="http://schemas.openxmlformats.org/officeDocument/2006/relationships/image" Target="/ppt/media/image21.png" Id="R2ac45c2159084d67" /><Relationship Type="http://schemas.openxmlformats.org/officeDocument/2006/relationships/image" Target="/ppt/media/image22.png" Id="R50ddccc578ae4e24" /><Relationship Type="http://schemas.openxmlformats.org/officeDocument/2006/relationships/notesSlide" Target="/ppt/notesSlides/notesSlide11.xml" Id="R89cc2e56d9e340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4b968effad45fe" /><Relationship Type="http://schemas.openxmlformats.org/officeDocument/2006/relationships/image" Target="/ppt/media/image23.png" Id="R2bf8961e27024cc4" /><Relationship Type="http://schemas.openxmlformats.org/officeDocument/2006/relationships/image" Target="/ppt/media/image24.png" Id="R636900f419e74908" /><Relationship Type="http://schemas.openxmlformats.org/officeDocument/2006/relationships/notesSlide" Target="/ppt/notesSlides/notesSlide12.xml" Id="R6a90e5dfa66844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b69351504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dbcc57bbb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F41EA-030C-4278-BF91-C183A697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91000"/>
            <a:ext cx="11525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8EB5B-20F2-4EFC-8C74-0F74CA54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86250"/>
            <a:ext cx="1122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89604-ACBD-49DC-9B5A-46DD0F3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52950"/>
            <a:ext cx="1122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sensor masih menyatu di motherboard; PCF8574, SHT40, dan rangkaian proteksi tambahan belum ada.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versi berikutnya memisahkan sensor module dan menambah kontrol daya, lingkungan, serta proteksi.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ba61ca1164d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e852d0399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920222090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956a7bdd8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0768E-8195-445C-B511-845B3F3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71950"/>
            <a:ext cx="11525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81AEA-4E35-40DC-8F79-8A219B0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67200"/>
            <a:ext cx="1122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66782-379E-4C56-8A30-898F1A9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3900"/>
            <a:ext cx="1122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V1 memakai jalur analog/driver INA333, OPA333, LM321, dan ULN2003 pada motherboard.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V2 memakai OPA320, 8 sensor module eksternal, PCF8574, SHT40, TCA/MCP, dan tetap menyediakan +5VA.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14b3f7a1b4e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048ce470c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FD8E1-7B4F-43DA-877C-DC2BC9B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91000"/>
            <a:ext cx="11525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66206-76C2-4EEC-8987-51A8879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86250"/>
            <a:ext cx="1122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32B7E-30D5-467D-A89C-08B2F41B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52950"/>
            <a:ext cx="1122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penggantian IC atau perubahan acquisition terhadap V2 belum ditemukan pada source PCB.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V3 mempertahankan OPA320, ADS1256, PCF8574, SHT40, TCA/MCP,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3a7c6c017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8ab02a93b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</a:t>
            </a:r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66b5bebd643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eec2e8293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E198D-F006-4FE2-8BAB-5C778BAB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00"/>
            <a:ext cx="8143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83524-CB75-48F1-A0DC-6921D7B0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783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33D80-8BFE-466A-A17A-A312B245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24450"/>
            <a:ext cx="7839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source PCB belum menunjukkan pembaruan acquisition dibanding V3.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V4 mempertahankan sensor module eksternal, OPA320, ADS1256, PCF8574, SHT40,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6e6cb0615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5caed7b274b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581f31e2a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40f19df02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f8490f77a4e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5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ab75d685945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6B17A-95E2-486C-874B-82E4BE87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4333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71C48-5567-41BB-8841-9A272FBF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05000"/>
            <a:ext cx="402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D810C-1C72-413A-9DD4-D99D2450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71700"/>
            <a:ext cx="40290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board adapter tidak memuat ADS1256, TCA, PCF8574, SHT40, OPA, MCP4725, atau +5VA.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V5 memusatkan fungsi interface E22, USB-UART, RS-485, dan OLED; TPS2116, TPS22964, TPS3839, TPS61175, serta TPL5010 tetap ada.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59ddffe91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2594a482b49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B7431-C7EC-4D40-928C-2E5D9738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7953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AC8B3-A9D6-43BE-A3C2-3A13EB8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71625"/>
            <a:ext cx="7648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75D06-BA07-4BD3-95ED-95BB8F1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38325"/>
            <a:ext cx="7648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CH V1 belum memiliki WDT; perubahan IC belum dapat ditetapkan tanpa source PCB/BOM yang cocok.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V2 menambahkan WDT dan tetap menerima atau meneruskan data radio dari GLD.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45c215908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dccc578ae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6210E-7897-4105-9833-0B70D4CF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00500"/>
            <a:ext cx="11334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D3BE3-5709-4FF0-B6DE-DF17D97B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DFB5B-A435-46AD-8910-189DFB0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62450"/>
            <a:ext cx="1102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CH V1 tidak memiliki WDT dan menggunakan papan memanjang dengan holder baterai.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CH V2 memiliki WDT serta memakai PCB bundar/kompak; detail nomor IC perlu BOM yang sesuai.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8961e2702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900f419e7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34ADB-1264-481A-94AB-15AA7B0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90625"/>
            <a:ext cx="7858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8F583-D59D-4162-A5E5-69E50D9F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85875"/>
            <a:ext cx="7553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Kekurangan dan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E46AC-3AB9-49C2-A4FB-0A1506E1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52575"/>
            <a:ext cx="7553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Kekurangan: detail penggantian IC dari CH V2 ke V3 belum dapat dibuktikan oleh source PCB/BOM.</a:t>
            </a:r>
          </a:p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Perbaikan: CH V3 tetap memiliki WDT dan kembali memakai papan memanjang dengan holder baterai.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2026-10-02T05:36:01.8330000Z</dcterms:created>
  <dcterms:modified xsi:type="dcterms:W3CDTF">2026-10-02T05:36:01.8330000Z</dcterms:modified>
</coreProperties>
</file>