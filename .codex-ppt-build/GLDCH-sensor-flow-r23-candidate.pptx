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3db35d52594c75" /><Relationship Type="http://schemas.openxmlformats.org/officeDocument/2006/relationships/extended-properties" Target="/docProps/app.xml" Id="R9d7865db88ad4c41" /><Relationship Type="http://schemas.openxmlformats.org/officeDocument/2006/relationships/officeDocument" Target="/ppt/presentation.xml" Id="R811aa7d28f414e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40e0ea75224182"/>
  </p:sldMasterIdLst>
  <p:notesMasterIdLst>
    <p:notesMasterId xmlns:r="http://schemas.openxmlformats.org/officeDocument/2006/relationships" r:id="Re0cdf509a55842aa"/>
  </p:notesMasterIdLst>
  <p:sldIdLst>
    <p:sldId xmlns:r="http://schemas.openxmlformats.org/officeDocument/2006/relationships" id="256" r:id="R0314a62f3cec4454"/>
    <p:sldId xmlns:r="http://schemas.openxmlformats.org/officeDocument/2006/relationships" id="257" r:id="R76e1658a1f7e4a2f"/>
    <p:sldId xmlns:r="http://schemas.openxmlformats.org/officeDocument/2006/relationships" id="258" r:id="Rfc010e634ba343cc"/>
    <p:sldId xmlns:r="http://schemas.openxmlformats.org/officeDocument/2006/relationships" id="259" r:id="R12e87db992bc4abf"/>
    <p:sldId xmlns:r="http://schemas.openxmlformats.org/officeDocument/2006/relationships" id="260" r:id="R192f5e89114f49ec"/>
    <p:sldId xmlns:r="http://schemas.openxmlformats.org/officeDocument/2006/relationships" id="261" r:id="Ra86714afa4eb4af4"/>
    <p:sldId xmlns:r="http://schemas.openxmlformats.org/officeDocument/2006/relationships" id="262" r:id="R50909fddb7834932"/>
    <p:sldId xmlns:r="http://schemas.openxmlformats.org/officeDocument/2006/relationships" id="263" r:id="Re2fc78c202df46a0"/>
    <p:sldId xmlns:r="http://schemas.openxmlformats.org/officeDocument/2006/relationships" id="264" r:id="Re7bc4ea0a7eb4f12"/>
    <p:sldId xmlns:r="http://schemas.openxmlformats.org/officeDocument/2006/relationships" id="265" r:id="Rf1f0d469d7ac45da"/>
    <p:sldId xmlns:r="http://schemas.openxmlformats.org/officeDocument/2006/relationships" id="266" r:id="R3f8dca79c46d46c9"/>
    <p:sldId xmlns:r="http://schemas.openxmlformats.org/officeDocument/2006/relationships" id="267" r:id="R2e8696766f1b42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eab448a75c440c" /><Relationship Type="http://schemas.openxmlformats.org/officeDocument/2006/relationships/slideMaster" Target="/ppt/slideMasters/slideMaster1.xml" Id="R3340e0ea75224182" /><Relationship Type="http://schemas.openxmlformats.org/officeDocument/2006/relationships/notesMaster" Target="/ppt/notesMasters/notesMaster1.xml" Id="Re0cdf509a55842aa" /><Relationship Type="http://schemas.openxmlformats.org/officeDocument/2006/relationships/presProps" Target="/ppt/presProps.xml" Id="Rd290476e1097459e" /><Relationship Type="http://schemas.openxmlformats.org/officeDocument/2006/relationships/viewProps" Target="/ppt/viewProps.xml" Id="R73af9f440d554366" /><Relationship Type="http://schemas.openxmlformats.org/officeDocument/2006/relationships/tableStyles" Target="/ppt/tableStyles.xml" Id="R57383b9a1d534310" /><Relationship Type="http://schemas.openxmlformats.org/officeDocument/2006/relationships/slide" Target="/ppt/slides/slide1.xml" Id="R0314a62f3cec4454" /><Relationship Type="http://schemas.openxmlformats.org/officeDocument/2006/relationships/slide" Target="/ppt/slides/slide2.xml" Id="R76e1658a1f7e4a2f" /><Relationship Type="http://schemas.openxmlformats.org/officeDocument/2006/relationships/slide" Target="/ppt/slides/slide3.xml" Id="Rfc010e634ba343cc" /><Relationship Type="http://schemas.openxmlformats.org/officeDocument/2006/relationships/slide" Target="/ppt/slides/slide4.xml" Id="R12e87db992bc4abf" /><Relationship Type="http://schemas.openxmlformats.org/officeDocument/2006/relationships/slide" Target="/ppt/slides/slide5.xml" Id="R192f5e89114f49ec" /><Relationship Type="http://schemas.openxmlformats.org/officeDocument/2006/relationships/slide" Target="/ppt/slides/slide6.xml" Id="Ra86714afa4eb4af4" /><Relationship Type="http://schemas.openxmlformats.org/officeDocument/2006/relationships/slide" Target="/ppt/slides/slide7.xml" Id="R50909fddb7834932" /><Relationship Type="http://schemas.openxmlformats.org/officeDocument/2006/relationships/slide" Target="/ppt/slides/slide8.xml" Id="Re2fc78c202df46a0" /><Relationship Type="http://schemas.openxmlformats.org/officeDocument/2006/relationships/slide" Target="/ppt/slides/slide9.xml" Id="Re7bc4ea0a7eb4f12" /><Relationship Type="http://schemas.openxmlformats.org/officeDocument/2006/relationships/slide" Target="/ppt/slides/slide10.xml" Id="Rf1f0d469d7ac45da" /><Relationship Type="http://schemas.openxmlformats.org/officeDocument/2006/relationships/slide" Target="/ppt/slides/slide11.xml" Id="R3f8dca79c46d46c9" /><Relationship Type="http://schemas.openxmlformats.org/officeDocument/2006/relationships/slide" Target="/ppt/slides/slide12.xml" Id="R2e8696766f1b42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b76592bea34e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2b84e764ee4546" /><Relationship Type="http://schemas.openxmlformats.org/officeDocument/2006/relationships/notesMaster" Target="/ppt/notesMasters/notesMaster1.xml" Id="Rae080fd6726145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337139fd7e4788" /><Relationship Type="http://schemas.openxmlformats.org/officeDocument/2006/relationships/notesMaster" Target="/ppt/notesMasters/notesMaster1.xml" Id="R98ef363c7bf344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e36f484d1e490d" /><Relationship Type="http://schemas.openxmlformats.org/officeDocument/2006/relationships/notesMaster" Target="/ppt/notesMasters/notesMaster1.xml" Id="Ra848c32cd81f41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6dd3abcc4e4a05" /><Relationship Type="http://schemas.openxmlformats.org/officeDocument/2006/relationships/notesMaster" Target="/ppt/notesMasters/notesMaster1.xml" Id="Red92165a066141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dd397a3343475c" /><Relationship Type="http://schemas.openxmlformats.org/officeDocument/2006/relationships/notesMaster" Target="/ppt/notesMasters/notesMaster1.xml" Id="Rb322d6f2e29b47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ba9fa6a1244f75" /><Relationship Type="http://schemas.openxmlformats.org/officeDocument/2006/relationships/notesMaster" Target="/ppt/notesMasters/notesMaster1.xml" Id="Re8ae0877689041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92c01449f04642" /><Relationship Type="http://schemas.openxmlformats.org/officeDocument/2006/relationships/notesMaster" Target="/ppt/notesMasters/notesMaster1.xml" Id="R2358ac188e834c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ecec07295b499d" /><Relationship Type="http://schemas.openxmlformats.org/officeDocument/2006/relationships/notesMaster" Target="/ppt/notesMasters/notesMaster1.xml" Id="Rf9fce9c8cbb941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0a13a7317e471c" /><Relationship Type="http://schemas.openxmlformats.org/officeDocument/2006/relationships/notesMaster" Target="/ppt/notesMasters/notesMaster1.xml" Id="Ra60c090ecbaa46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fa284a5c3b4bd6" /><Relationship Type="http://schemas.openxmlformats.org/officeDocument/2006/relationships/notesMaster" Target="/ppt/notesMasters/notesMaster1.xml" Id="R0c4c760cdfad4b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d8ddd874874d04" /><Relationship Type="http://schemas.openxmlformats.org/officeDocument/2006/relationships/notesMaster" Target="/ppt/notesMasters/notesMaster1.xml" Id="Rd385dde49eb04c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0be43786fc41fa" /><Relationship Type="http://schemas.openxmlformats.org/officeDocument/2006/relationships/notesMaster" Target="/ppt/notesMasters/notesMaster1.xml" Id="R13500d707f224b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1bda8ec4043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95989b3a745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bc84d83d042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06a9769bb45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fa7cd18594c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69d834dc5496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3b8a684d34b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a7116aaef434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542ff15b14a0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a528269c8467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269884acd48f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d93805db2e41d3" /><Relationship Type="http://schemas.openxmlformats.org/officeDocument/2006/relationships/slideLayout" Target="/ppt/slideLayouts/slideLayout1.xml" Id="R516d2eadedf94c9b" /><Relationship Type="http://schemas.openxmlformats.org/officeDocument/2006/relationships/slideLayout" Target="/ppt/slideLayouts/slideLayout2.xml" Id="R837ec3746f2044c4" /><Relationship Type="http://schemas.openxmlformats.org/officeDocument/2006/relationships/slideLayout" Target="/ppt/slideLayouts/slideLayout3.xml" Id="R76325148f8a243bc" /><Relationship Type="http://schemas.openxmlformats.org/officeDocument/2006/relationships/slideLayout" Target="/ppt/slideLayouts/slideLayout4.xml" Id="R9e4586fb2eab4a61" /><Relationship Type="http://schemas.openxmlformats.org/officeDocument/2006/relationships/slideLayout" Target="/ppt/slideLayouts/slideLayout5.xml" Id="Rae587d3948734613" /><Relationship Type="http://schemas.openxmlformats.org/officeDocument/2006/relationships/slideLayout" Target="/ppt/slideLayouts/slideLayout6.xml" Id="R5c383a27beee4bd1" /><Relationship Type="http://schemas.openxmlformats.org/officeDocument/2006/relationships/slideLayout" Target="/ppt/slideLayouts/slideLayout7.xml" Id="R2c6dfc9adaf6401b" /><Relationship Type="http://schemas.openxmlformats.org/officeDocument/2006/relationships/slideLayout" Target="/ppt/slideLayouts/slideLayout8.xml" Id="R1404a71c3c024126" /><Relationship Type="http://schemas.openxmlformats.org/officeDocument/2006/relationships/slideLayout" Target="/ppt/slideLayouts/slideLayout9.xml" Id="R508f17311c274a70" /><Relationship Type="http://schemas.openxmlformats.org/officeDocument/2006/relationships/slideLayout" Target="/ppt/slideLayouts/slideLayout10.xml" Id="Rc21072d497244549" /><Relationship Type="http://schemas.openxmlformats.org/officeDocument/2006/relationships/slideLayout" Target="/ppt/slideLayouts/slideLayout11.xml" Id="R17637a2359f74fb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6d2eadedf94c9b"/>
    <p:sldLayoutId xmlns:r="http://schemas.openxmlformats.org/officeDocument/2006/relationships" id="2147483650" r:id="R837ec3746f2044c4"/>
    <p:sldLayoutId xmlns:r="http://schemas.openxmlformats.org/officeDocument/2006/relationships" id="2147483651" r:id="R76325148f8a243bc"/>
    <p:sldLayoutId xmlns:r="http://schemas.openxmlformats.org/officeDocument/2006/relationships" id="2147483652" r:id="R9e4586fb2eab4a61"/>
    <p:sldLayoutId xmlns:r="http://schemas.openxmlformats.org/officeDocument/2006/relationships" id="2147483653" r:id="Rae587d3948734613"/>
    <p:sldLayoutId xmlns:r="http://schemas.openxmlformats.org/officeDocument/2006/relationships" id="2147483654" r:id="R5c383a27beee4bd1"/>
    <p:sldLayoutId xmlns:r="http://schemas.openxmlformats.org/officeDocument/2006/relationships" id="2147483655" r:id="R2c6dfc9adaf6401b"/>
    <p:sldLayoutId xmlns:r="http://schemas.openxmlformats.org/officeDocument/2006/relationships" id="2147483656" r:id="R1404a71c3c024126"/>
    <p:sldLayoutId xmlns:r="http://schemas.openxmlformats.org/officeDocument/2006/relationships" id="2147483657" r:id="R508f17311c274a70"/>
    <p:sldLayoutId xmlns:r="http://schemas.openxmlformats.org/officeDocument/2006/relationships" id="2147483658" r:id="Rc21072d497244549"/>
    <p:sldLayoutId xmlns:r="http://schemas.openxmlformats.org/officeDocument/2006/relationships" id="2147483659" r:id="R17637a2359f74fb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f67e604e7f4b7e" /><Relationship Type="http://schemas.openxmlformats.org/officeDocument/2006/relationships/notesSlide" Target="/ppt/notesSlides/notesSlide1.xml" Id="Rd47484ce1eca4f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e560f68514536" /><Relationship Type="http://schemas.openxmlformats.org/officeDocument/2006/relationships/image" Target="/ppt/media/image.png" Id="R521afe08cd694d5a" /><Relationship Type="http://schemas.openxmlformats.org/officeDocument/2006/relationships/image" Target="/ppt/media/image2.png" Id="R2936d8f3c10643d7" /><Relationship Type="http://schemas.openxmlformats.org/officeDocument/2006/relationships/notesSlide" Target="/ppt/notesSlides/notesSlide2.xml" Id="Rc4a2d6c9183c4b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a0589e4b854e4b" /><Relationship Type="http://schemas.openxmlformats.org/officeDocument/2006/relationships/notesSlide" Target="/ppt/notesSlides/notesSlide3.xml" Id="Rc66cdb7e595b4e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09c7eec4574d0a" /><Relationship Type="http://schemas.openxmlformats.org/officeDocument/2006/relationships/image" Target="/ppt/media/image3.png" Id="Rbd01ce65845f4d30" /><Relationship Type="http://schemas.openxmlformats.org/officeDocument/2006/relationships/image" Target="/ppt/media/image4.png" Id="Rd33dbefd8fda4bdb" /><Relationship Type="http://schemas.openxmlformats.org/officeDocument/2006/relationships/notesSlide" Target="/ppt/notesSlides/notesSlide4.xml" Id="Rd862e50c93994e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631891230a4dfa" /><Relationship Type="http://schemas.openxmlformats.org/officeDocument/2006/relationships/image" Target="/ppt/media/image5.png" Id="R4a19eaf63a284108" /><Relationship Type="http://schemas.openxmlformats.org/officeDocument/2006/relationships/image" Target="/ppt/media/image6.png" Id="Ra187ffd58eaa46a9" /><Relationship Type="http://schemas.openxmlformats.org/officeDocument/2006/relationships/notesSlide" Target="/ppt/notesSlides/notesSlide5.xml" Id="R9a6242941f95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4cd7a180634fb5" /><Relationship Type="http://schemas.openxmlformats.org/officeDocument/2006/relationships/image" Target="/ppt/media/image7.png" Id="Rcb752242dbbd40f3" /><Relationship Type="http://schemas.openxmlformats.org/officeDocument/2006/relationships/image" Target="/ppt/media/image8.png" Id="R11cdc7eabb5c43f6" /><Relationship Type="http://schemas.openxmlformats.org/officeDocument/2006/relationships/notesSlide" Target="/ppt/notesSlides/notesSlide6.xml" Id="Ra286bb09618349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7c3fc8dcf5420f" /><Relationship Type="http://schemas.openxmlformats.org/officeDocument/2006/relationships/image" Target="/ppt/media/image9.png" Id="R5d1caab93735494e" /><Relationship Type="http://schemas.openxmlformats.org/officeDocument/2006/relationships/image" Target="/ppt/media/image10.png" Id="R8bcb9bf2a6f6465c" /><Relationship Type="http://schemas.openxmlformats.org/officeDocument/2006/relationships/image" Target="/ppt/media/image11.png" Id="R559d22a244194496" /><Relationship Type="http://schemas.openxmlformats.org/officeDocument/2006/relationships/image" Target="/ppt/media/image12.png" Id="R250cb953260f4d99" /><Relationship Type="http://schemas.openxmlformats.org/officeDocument/2006/relationships/notesSlide" Target="/ppt/notesSlides/notesSlide7.xml" Id="R4e19e6b610de4b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d483f629a347d8" /><Relationship Type="http://schemas.openxmlformats.org/officeDocument/2006/relationships/image" Target="/ppt/media/image13.png" Id="R3538474183094cd2" /><Relationship Type="http://schemas.openxmlformats.org/officeDocument/2006/relationships/image" Target="/ppt/media/image14.png" Id="R0e57168ddacc43fb" /><Relationship Type="http://schemas.openxmlformats.org/officeDocument/2006/relationships/image" Target="/ppt/media/image15.png" Id="R270ddedf29284e93" /><Relationship Type="http://schemas.openxmlformats.org/officeDocument/2006/relationships/image" Target="/ppt/media/image16.png" Id="R7722e8cf76bf41de" /><Relationship Type="http://schemas.openxmlformats.org/officeDocument/2006/relationships/image" Target="/ppt/media/image17.png" Id="R4e91710b49cb48ee" /><Relationship Type="http://schemas.openxmlformats.org/officeDocument/2006/relationships/image" Target="/ppt/media/image18.png" Id="R6c56c97e1e014363" /><Relationship Type="http://schemas.openxmlformats.org/officeDocument/2006/relationships/notesSlide" Target="/ppt/notesSlides/notesSlide8.xml" Id="Rea596356f03044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ccb8e152a14cf9" /><Relationship Type="http://schemas.openxmlformats.org/officeDocument/2006/relationships/notesSlide" Target="/ppt/notesSlides/notesSlide9.xml" Id="R99109dcde89f46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99fb255ae14170" /><Relationship Type="http://schemas.openxmlformats.org/officeDocument/2006/relationships/image" Target="/ppt/media/image19.png" Id="Ra5fbe0405ac442c5" /><Relationship Type="http://schemas.openxmlformats.org/officeDocument/2006/relationships/image" Target="/ppt/media/image20.png" Id="Rd7a52b79ad43471a" /><Relationship Type="http://schemas.openxmlformats.org/officeDocument/2006/relationships/notesSlide" Target="/ppt/notesSlides/notesSlide10.xml" Id="Rc4e0b126601d4f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17a90c335147d6" /><Relationship Type="http://schemas.openxmlformats.org/officeDocument/2006/relationships/image" Target="/ppt/media/image21.png" Id="R4957978abfee45f8" /><Relationship Type="http://schemas.openxmlformats.org/officeDocument/2006/relationships/image" Target="/ppt/media/image22.png" Id="Rf34ddf0a271448b8" /><Relationship Type="http://schemas.openxmlformats.org/officeDocument/2006/relationships/notesSlide" Target="/ppt/notesSlides/notesSlide11.xml" Id="R6cfd1fcb50054e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7dcadb22744376" /><Relationship Type="http://schemas.openxmlformats.org/officeDocument/2006/relationships/image" Target="/ppt/media/image23.png" Id="Re5900b2e16ab42ef" /><Relationship Type="http://schemas.openxmlformats.org/officeDocument/2006/relationships/image" Target="/ppt/media/image24.png" Id="Rb244a86f39c44107" /><Relationship Type="http://schemas.openxmlformats.org/officeDocument/2006/relationships/notesSlide" Target="/ppt/notesSlides/notesSlide12.xml" Id="R89e97a2441ae47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afe08cd694d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721293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6d8f3c10643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1850" y="1104900"/>
            <a:ext cx="2957513" cy="2721293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7B7C-9630-47BB-8AE8-DAEAF665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BEA61-31CD-42DC-B78D-2563BF81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79D51-5231-4C4B-BF82-85FABBE2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motherboard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DB37B-E985-4F81-9096-40074480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762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ESP32, ADS1256, TCA9548, dan MCP4725 berada pada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Jalur analog memakai INA333, OPA333, dan LM321. Sensor serta bridge MQ masih berada pada board utama.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mengatur wake-up/deep-sleep dan kontrol catu 5V/3.3V board, sementara baterai dipertahankan.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ULN2003 mengendalikan buzzer, alarm 5V, dan DC fan.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1ce65845f4d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162050"/>
            <a:ext cx="2905125" cy="27622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dbefd8fda4b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1162050"/>
            <a:ext cx="2724150" cy="276225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9FA5F-FDCF-4672-8CA0-25048394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SensorBoardMQ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3151B-6DA2-4F27-A273-288C9512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42D4C-F9E9-4A93-B3FA-73BDA31C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Bagian dari perubahan 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E0D87-6EED-4E85-8E5C-D30DD9A7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rangkaian bridge sensor MQ dipisahkan dari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TPS22919 pada module mengendalikan ON/OFF daya sensor MQ.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Module terhubung ke motherboard melalui socket.</a:t>
            </a:r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9eaf63a2841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466975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7ffd58eaa46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104900"/>
            <a:ext cx="2647950" cy="25050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11814-4EA3-4B44-981A-B9929209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277B6-A26B-4F15-8C18-1929E250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8D82E-36D8-40DD-9E50-33A77978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0ECC6-8C00-435D-93CB-2ED454AD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762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LM321 diganti OPA320 pada jalur analog. PCF8574 dan SHT40 juga ditambahkan.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bridge MQ pindah ke SensorBoardMQ yang memakai TPS22919 untuk ON/OFF daya sensor.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DC fan tidak ada. Pin Alarm menyediakan tegangan 24V.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Pemilih 24V/Battery/5V terhubung langsung tanpa jumper. Pada revisi awal V2, +5VA belum tersambung.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52242dbbd40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657475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dc7eabb5c43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104900"/>
            <a:ext cx="2809875" cy="26574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50C48-34CD-4143-918C-9BEEEA73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AFD31-8B5C-4817-9D9B-8FA61F91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6AE0B-429E-48E5-85BA-8B95A979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6CED3-CEAC-45E6-9362-7B90FA27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DC_FAN 5V sudah tersedia kembali.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+5VA sudah tersambung dan diperbaiki.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Konfigurasi sensor module, OPA320, ADS1256, TCA9548, PCF8574, dan SHT40 tetap dipertahankan.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caab9373549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876300"/>
            <a:ext cx="3000375" cy="25717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b9bf2a6f646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876300"/>
            <a:ext cx="268605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d22a2441944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3638550"/>
            <a:ext cx="2952750" cy="2571750"/>
          </a:xfrm>
          <a:prstGeom xmlns:a="http://schemas.openxmlformats.org/drawingml/2006/main" prst="rect">
            <a:avLst/>
          </a:prstGeom>
        </p:spPr>
      </p:pic>
      <p:pic>
        <p:nvPicPr>
          <p:cNvPr id="1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cb953260f4d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3638550"/>
            <a:ext cx="2686050" cy="2524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E151B-B2AE-42CD-830C-C3CBB124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27642-5992-4701-8553-D02C4D6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79860-4A52-4757-9F05-AE461DE6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E778B-7148-4BB6-AABA-B172207F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Ditambahkan lubang baut untuk pemasangan motherboard ke cover PCB.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Cover PCB terpisah ditambahkan untuk men-terminalkan koneksi dan menutupi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Gambar kanan bawah menunjukkan Cover PCB dengan terminal berwarna hijau.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8474183094c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" y="809625"/>
            <a:ext cx="2019300" cy="18669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7168ddacc43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47900" y="809625"/>
            <a:ext cx="2057400" cy="18573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ddedf29284e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" y="2800350"/>
            <a:ext cx="1895475" cy="1781175"/>
          </a:xfrm>
          <a:prstGeom xmlns:a="http://schemas.openxmlformats.org/drawingml/2006/main" prst="rect">
            <a:avLst/>
          </a:prstGeom>
        </p:spPr>
      </p:pic>
      <p:pic>
        <p:nvPicPr>
          <p:cNvPr id="3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2e8cf76bf41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3600" y="2800350"/>
            <a:ext cx="1990725" cy="1781175"/>
          </a:xfrm>
          <a:prstGeom xmlns:a="http://schemas.openxmlformats.org/drawingml/2006/main" prst="rect">
            <a:avLst/>
          </a:prstGeom>
        </p:spPr>
      </p:pic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1710b49cb48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809625"/>
            <a:ext cx="1885950" cy="1724025"/>
          </a:xfrm>
          <a:prstGeom xmlns:a="http://schemas.openxmlformats.org/drawingml/2006/main" prst="rect">
            <a:avLst/>
          </a:prstGeom>
        </p:spPr>
      </p:pic>
      <p:pic>
        <p:nvPicPr>
          <p:cNvPr id="36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6c97e1e01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2724150"/>
            <a:ext cx="1866900" cy="1762125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42950"/>
            <a:ext cx="428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74320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723900"/>
            <a:ext cx="2000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295B1E-0482-457E-A7A6-C7B8DF4D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410994-AE1A-42F4-856D-1FB17085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5E9D2-54DB-41C1-8741-7D80CDF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5A4AAB-08BF-409B-A8C6-85D18AA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MotherBoardAdapter mempertahankan ESP32 dan TPL5010. Konektor 16-pin PHD2.0 membawa antarmuka menuju Sensor PCB.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ADS1256, TCA9548, OPA320, PCF8574, SHT40, dan +5VA tidak lagi berada pada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Fungsi-fungsi tersebut dipisahkan ke Sensor PCB.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be0405ac4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52b79ad4347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2B7CB-8C49-4065-BC43-289749CF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83850-9897-43B7-9E3D-4266BB7A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02795-E803-4ED3-BBE5-AC934FD0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D8257-7272-452A-99CB-193FFBF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Papan memanjang dengan holder baterai dan konektor antena SMA.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sudah ada pada baseline source CH V1.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Archive tidak membuktikan perubahan fungsi TPL5010 sebagai penambahan khusus versi berikutnya.</a:t>
            </a:r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7978abfee45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" y="971550"/>
            <a:ext cx="3048000" cy="2952750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ddf0a271448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6125" y="971550"/>
            <a:ext cx="3152775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98E2D-68C8-4DA7-8F11-04FBFC0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CC204-BAAB-4C99-ADBF-AD2889C7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21611-C610-4A74-BF7B-9FFACD69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80CB8-04F2-406E-B825-6A05EA9C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PCB berbentuk lingkaran agar sesuai dengan casing aluminium.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antena diganti menjadi pin untuk sambungan ke connector antena fiberglass.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tetap ada pada source V2, seperti baseline V1.</a:t>
            </a:r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00b2e16ab42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4a86f39c441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E52B3-DA36-4784-B746-E253EBB3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15FEC-CA23-4AC6-9B66-FE3843CB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B192C-C3A6-4E9D-82D2-2EE02220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Bentuk modifikasi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37190-0FBF-4A4A-8B2F-D5444E9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Kembali memakai papan memanjang dengan holder baterai.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tetap tercantum pada source V3.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Karena TPL5010 juga ada pada baseline V1, source archive tidak mendukung klaim bahwa IC ini baru ditambahkan pada V3.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2026-10-02T06:40:45.1350000Z</dcterms:created>
  <dcterms:modified xsi:type="dcterms:W3CDTF">2026-10-02T06:40:45.1350000Z</dcterms:modified>
</coreProperties>
</file>