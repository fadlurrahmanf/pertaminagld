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16a7f09fc4254" /><Relationship Type="http://schemas.openxmlformats.org/officeDocument/2006/relationships/extended-properties" Target="/docProps/app.xml" Id="Rd2f0d0e2be7e4a50" /><Relationship Type="http://schemas.openxmlformats.org/officeDocument/2006/relationships/officeDocument" Target="/ppt/presentation.xml" Id="R992356ea423b44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1ff5563fda4f51"/>
  </p:sldMasterIdLst>
  <p:notesMasterIdLst>
    <p:notesMasterId xmlns:r="http://schemas.openxmlformats.org/officeDocument/2006/relationships" r:id="Rf9a0d3694b42410f"/>
  </p:notesMasterIdLst>
  <p:sldIdLst>
    <p:sldId xmlns:r="http://schemas.openxmlformats.org/officeDocument/2006/relationships" id="256" r:id="R46f6727f45424d1d"/>
    <p:sldId xmlns:r="http://schemas.openxmlformats.org/officeDocument/2006/relationships" id="257" r:id="R05ef717958cf48e3"/>
    <p:sldId xmlns:r="http://schemas.openxmlformats.org/officeDocument/2006/relationships" id="258" r:id="R9ce53a4903df402d"/>
    <p:sldId xmlns:r="http://schemas.openxmlformats.org/officeDocument/2006/relationships" id="259" r:id="R1cd799d3a19d4e5a"/>
    <p:sldId xmlns:r="http://schemas.openxmlformats.org/officeDocument/2006/relationships" id="260" r:id="Rc3a57ec12bf641dc"/>
    <p:sldId xmlns:r="http://schemas.openxmlformats.org/officeDocument/2006/relationships" id="261" r:id="R50f3e6532dc54da5"/>
    <p:sldId xmlns:r="http://schemas.openxmlformats.org/officeDocument/2006/relationships" id="262" r:id="R547df4b4ca0b444f"/>
    <p:sldId xmlns:r="http://schemas.openxmlformats.org/officeDocument/2006/relationships" id="263" r:id="R26b4be444e64415a"/>
    <p:sldId xmlns:r="http://schemas.openxmlformats.org/officeDocument/2006/relationships" id="264" r:id="Rb98c62f7b66f4110"/>
    <p:sldId xmlns:r="http://schemas.openxmlformats.org/officeDocument/2006/relationships" id="265" r:id="R6927a60e1dee464a"/>
    <p:sldId xmlns:r="http://schemas.openxmlformats.org/officeDocument/2006/relationships" id="266" r:id="R7d76bd0867c74d9c"/>
    <p:sldId xmlns:r="http://schemas.openxmlformats.org/officeDocument/2006/relationships" id="267" r:id="Rdd76843cca194204"/>
    <p:sldId xmlns:r="http://schemas.openxmlformats.org/officeDocument/2006/relationships" id="268" r:id="Rf453e0bcc8ab433c"/>
    <p:sldId xmlns:r="http://schemas.openxmlformats.org/officeDocument/2006/relationships" id="269" r:id="R7c2555c19cb04987"/>
    <p:sldId xmlns:r="http://schemas.openxmlformats.org/officeDocument/2006/relationships" id="270" r:id="Red6995efcffc4e82"/>
    <p:sldId xmlns:r="http://schemas.openxmlformats.org/officeDocument/2006/relationships" id="271" r:id="R6cec5cac25aa42ca"/>
    <p:sldId xmlns:r="http://schemas.openxmlformats.org/officeDocument/2006/relationships" id="272" r:id="R692cd23c6cd145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da622a99b34ce0" /><Relationship Type="http://schemas.openxmlformats.org/officeDocument/2006/relationships/slideMaster" Target="/ppt/slideMasters/slideMaster1.xml" Id="R341ff5563fda4f51" /><Relationship Type="http://schemas.openxmlformats.org/officeDocument/2006/relationships/notesMaster" Target="/ppt/notesMasters/notesMaster1.xml" Id="Rf9a0d3694b42410f" /><Relationship Type="http://schemas.openxmlformats.org/officeDocument/2006/relationships/presProps" Target="/ppt/presProps.xml" Id="R8e7989fe00cc4265" /><Relationship Type="http://schemas.openxmlformats.org/officeDocument/2006/relationships/viewProps" Target="/ppt/viewProps.xml" Id="R74269aee2d1d4fc2" /><Relationship Type="http://schemas.openxmlformats.org/officeDocument/2006/relationships/tableStyles" Target="/ppt/tableStyles.xml" Id="Rbcab03b4ce5f4eba" /><Relationship Type="http://schemas.openxmlformats.org/officeDocument/2006/relationships/slide" Target="/ppt/slides/slide1.xml" Id="R46f6727f45424d1d" /><Relationship Type="http://schemas.openxmlformats.org/officeDocument/2006/relationships/slide" Target="/ppt/slides/slide2.xml" Id="R05ef717958cf48e3" /><Relationship Type="http://schemas.openxmlformats.org/officeDocument/2006/relationships/slide" Target="/ppt/slides/slide3.xml" Id="R9ce53a4903df402d" /><Relationship Type="http://schemas.openxmlformats.org/officeDocument/2006/relationships/slide" Target="/ppt/slides/slide4.xml" Id="R1cd799d3a19d4e5a" /><Relationship Type="http://schemas.openxmlformats.org/officeDocument/2006/relationships/slide" Target="/ppt/slides/slide5.xml" Id="Rc3a57ec12bf641dc" /><Relationship Type="http://schemas.openxmlformats.org/officeDocument/2006/relationships/slide" Target="/ppt/slides/slide6.xml" Id="R50f3e6532dc54da5" /><Relationship Type="http://schemas.openxmlformats.org/officeDocument/2006/relationships/slide" Target="/ppt/slides/slide7.xml" Id="R547df4b4ca0b444f" /><Relationship Type="http://schemas.openxmlformats.org/officeDocument/2006/relationships/slide" Target="/ppt/slides/slide8.xml" Id="R26b4be444e64415a" /><Relationship Type="http://schemas.openxmlformats.org/officeDocument/2006/relationships/slide" Target="/ppt/slides/slide9.xml" Id="Rb98c62f7b66f4110" /><Relationship Type="http://schemas.openxmlformats.org/officeDocument/2006/relationships/slide" Target="/ppt/slides/slide10.xml" Id="R6927a60e1dee464a" /><Relationship Type="http://schemas.openxmlformats.org/officeDocument/2006/relationships/slide" Target="/ppt/slides/slide11.xml" Id="R7d76bd0867c74d9c" /><Relationship Type="http://schemas.openxmlformats.org/officeDocument/2006/relationships/slide" Target="/ppt/slides/slide12.xml" Id="Rdd76843cca194204" /><Relationship Type="http://schemas.openxmlformats.org/officeDocument/2006/relationships/slide" Target="/ppt/slides/slide13.xml" Id="Rf453e0bcc8ab433c" /><Relationship Type="http://schemas.openxmlformats.org/officeDocument/2006/relationships/slide" Target="/ppt/slides/slide14.xml" Id="R7c2555c19cb04987" /><Relationship Type="http://schemas.openxmlformats.org/officeDocument/2006/relationships/slide" Target="/ppt/slides/slide15.xml" Id="Red6995efcffc4e82" /><Relationship Type="http://schemas.openxmlformats.org/officeDocument/2006/relationships/slide" Target="/ppt/slides/slide16.xml" Id="R6cec5cac25aa42ca" /><Relationship Type="http://schemas.openxmlformats.org/officeDocument/2006/relationships/slide" Target="/ppt/slides/slide17.xml" Id="R692cd23c6cd145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7ff9816e514d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bdc83e3a284bc7" /><Relationship Type="http://schemas.openxmlformats.org/officeDocument/2006/relationships/notesMaster" Target="/ppt/notesMasters/notesMaster1.xml" Id="R81a0e46bbebf43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8f715bbe8544e0" /><Relationship Type="http://schemas.openxmlformats.org/officeDocument/2006/relationships/notesMaster" Target="/ppt/notesMasters/notesMaster1.xml" Id="Rc87316260dcb4b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9584c9462041d8" /><Relationship Type="http://schemas.openxmlformats.org/officeDocument/2006/relationships/notesMaster" Target="/ppt/notesMasters/notesMaster1.xml" Id="R426dfc007799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a0aa4c12e54e92" /><Relationship Type="http://schemas.openxmlformats.org/officeDocument/2006/relationships/notesMaster" Target="/ppt/notesMasters/notesMaster1.xml" Id="Rd0f00577d87147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cd11fd07284f46" /><Relationship Type="http://schemas.openxmlformats.org/officeDocument/2006/relationships/notesMaster" Target="/ppt/notesMasters/notesMaster1.xml" Id="R18ce16ad634f46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538a9cacb74515" /><Relationship Type="http://schemas.openxmlformats.org/officeDocument/2006/relationships/notesMaster" Target="/ppt/notesMasters/notesMaster1.xml" Id="R1306391fc6fe4b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ab695c2c5e4d93" /><Relationship Type="http://schemas.openxmlformats.org/officeDocument/2006/relationships/notesMaster" Target="/ppt/notesMasters/notesMaster1.xml" Id="R46fd1b975f8140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42823318e84523" /><Relationship Type="http://schemas.openxmlformats.org/officeDocument/2006/relationships/notesMaster" Target="/ppt/notesMasters/notesMaster1.xml" Id="R4cf3220a738e45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53eebf526646d1" /><Relationship Type="http://schemas.openxmlformats.org/officeDocument/2006/relationships/notesMaster" Target="/ppt/notesMasters/notesMaster1.xml" Id="R2558dff9f9e643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6c81d6ebcd484d" /><Relationship Type="http://schemas.openxmlformats.org/officeDocument/2006/relationships/notesMaster" Target="/ppt/notesMasters/notesMaster1.xml" Id="R4d4b94766bb14e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0442477f2c4745" /><Relationship Type="http://schemas.openxmlformats.org/officeDocument/2006/relationships/notesMaster" Target="/ppt/notesMasters/notesMaster1.xml" Id="R8991c946863642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b2af67b9bd4158" /><Relationship Type="http://schemas.openxmlformats.org/officeDocument/2006/relationships/notesMaster" Target="/ppt/notesMasters/notesMaster1.xml" Id="Ref80ca846c1142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d6dbe8d50848c4" /><Relationship Type="http://schemas.openxmlformats.org/officeDocument/2006/relationships/notesMaster" Target="/ppt/notesMasters/notesMaster1.xml" Id="Rd5ddc4d6c8a54c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c745eda4334f93" /><Relationship Type="http://schemas.openxmlformats.org/officeDocument/2006/relationships/notesMaster" Target="/ppt/notesMasters/notesMaster1.xml" Id="R7fc77037498a4a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f2a480898a4338" /><Relationship Type="http://schemas.openxmlformats.org/officeDocument/2006/relationships/notesMaster" Target="/ppt/notesMasters/notesMaster1.xml" Id="Rcdcb39c73a984f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c5bb9615564ca3" /><Relationship Type="http://schemas.openxmlformats.org/officeDocument/2006/relationships/notesMaster" Target="/ppt/notesMasters/notesMaster1.xml" Id="R0325f18238384a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d8b6842c3c4cc5" /><Relationship Type="http://schemas.openxmlformats.org/officeDocument/2006/relationships/notesMaster" Target="/ppt/notesMasters/notesMaster1.xml" Id="R473a9664dc64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becd7b7084b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5e4d0dae244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ea28bb32f4b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9595b135f40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b8568fb2644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f3d101de846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0be2b35fa480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828a73c7e4bd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515cf74de415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c525393f84c5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b936c01294d3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97258c61b464c" /><Relationship Type="http://schemas.openxmlformats.org/officeDocument/2006/relationships/slideLayout" Target="/ppt/slideLayouts/slideLayout1.xml" Id="Rb5f65498d8b240d6" /><Relationship Type="http://schemas.openxmlformats.org/officeDocument/2006/relationships/slideLayout" Target="/ppt/slideLayouts/slideLayout2.xml" Id="Re566b5ba06d140ef" /><Relationship Type="http://schemas.openxmlformats.org/officeDocument/2006/relationships/slideLayout" Target="/ppt/slideLayouts/slideLayout3.xml" Id="R5e7e030d038a4aee" /><Relationship Type="http://schemas.openxmlformats.org/officeDocument/2006/relationships/slideLayout" Target="/ppt/slideLayouts/slideLayout4.xml" Id="Re0bdb42c50224e86" /><Relationship Type="http://schemas.openxmlformats.org/officeDocument/2006/relationships/slideLayout" Target="/ppt/slideLayouts/slideLayout5.xml" Id="Rcd152f340e9c45a0" /><Relationship Type="http://schemas.openxmlformats.org/officeDocument/2006/relationships/slideLayout" Target="/ppt/slideLayouts/slideLayout6.xml" Id="R68ea0ab9fc4a491c" /><Relationship Type="http://schemas.openxmlformats.org/officeDocument/2006/relationships/slideLayout" Target="/ppt/slideLayouts/slideLayout7.xml" Id="Rcc135fce735443f4" /><Relationship Type="http://schemas.openxmlformats.org/officeDocument/2006/relationships/slideLayout" Target="/ppt/slideLayouts/slideLayout8.xml" Id="Rbc69eedf9da941c6" /><Relationship Type="http://schemas.openxmlformats.org/officeDocument/2006/relationships/slideLayout" Target="/ppt/slideLayouts/slideLayout9.xml" Id="Ra0c3461ce633432f" /><Relationship Type="http://schemas.openxmlformats.org/officeDocument/2006/relationships/slideLayout" Target="/ppt/slideLayouts/slideLayout10.xml" Id="R66264829fd6c4001" /><Relationship Type="http://schemas.openxmlformats.org/officeDocument/2006/relationships/slideLayout" Target="/ppt/slideLayouts/slideLayout11.xml" Id="Rabea5c0ffbe244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f65498d8b240d6"/>
    <p:sldLayoutId xmlns:r="http://schemas.openxmlformats.org/officeDocument/2006/relationships" id="2147483650" r:id="Re566b5ba06d140ef"/>
    <p:sldLayoutId xmlns:r="http://schemas.openxmlformats.org/officeDocument/2006/relationships" id="2147483651" r:id="R5e7e030d038a4aee"/>
    <p:sldLayoutId xmlns:r="http://schemas.openxmlformats.org/officeDocument/2006/relationships" id="2147483652" r:id="Re0bdb42c50224e86"/>
    <p:sldLayoutId xmlns:r="http://schemas.openxmlformats.org/officeDocument/2006/relationships" id="2147483653" r:id="Rcd152f340e9c45a0"/>
    <p:sldLayoutId xmlns:r="http://schemas.openxmlformats.org/officeDocument/2006/relationships" id="2147483654" r:id="R68ea0ab9fc4a491c"/>
    <p:sldLayoutId xmlns:r="http://schemas.openxmlformats.org/officeDocument/2006/relationships" id="2147483655" r:id="Rcc135fce735443f4"/>
    <p:sldLayoutId xmlns:r="http://schemas.openxmlformats.org/officeDocument/2006/relationships" id="2147483656" r:id="Rbc69eedf9da941c6"/>
    <p:sldLayoutId xmlns:r="http://schemas.openxmlformats.org/officeDocument/2006/relationships" id="2147483657" r:id="Ra0c3461ce633432f"/>
    <p:sldLayoutId xmlns:r="http://schemas.openxmlformats.org/officeDocument/2006/relationships" id="2147483658" r:id="R66264829fd6c4001"/>
    <p:sldLayoutId xmlns:r="http://schemas.openxmlformats.org/officeDocument/2006/relationships" id="2147483659" r:id="Rabea5c0ffbe2441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37371178034093" /><Relationship Type="http://schemas.openxmlformats.org/officeDocument/2006/relationships/notesSlide" Target="/ppt/notesSlides/notesSlide1.xml" Id="Reaee0f333853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16590b5a94762" /><Relationship Type="http://schemas.openxmlformats.org/officeDocument/2006/relationships/image" Target="/ppt/media/image.png" Id="Rb868db089a844c67" /><Relationship Type="http://schemas.openxmlformats.org/officeDocument/2006/relationships/image" Target="/ppt/media/image2.png" Id="R1f6038cc21954d10" /><Relationship Type="http://schemas.openxmlformats.org/officeDocument/2006/relationships/notesSlide" Target="/ppt/notesSlides/notesSlide2.xml" Id="Ra9905fdd0093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8bda4c3b924642" /><Relationship Type="http://schemas.openxmlformats.org/officeDocument/2006/relationships/notesSlide" Target="/ppt/notesSlides/notesSlide3.xml" Id="Rdaef02b3451d44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8ce7a972f49c6" /><Relationship Type="http://schemas.openxmlformats.org/officeDocument/2006/relationships/image" Target="/ppt/media/image3.png" Id="R1686d214e12f4370" /><Relationship Type="http://schemas.openxmlformats.org/officeDocument/2006/relationships/image" Target="/ppt/media/image4.png" Id="R902c7a4a12674bea" /><Relationship Type="http://schemas.openxmlformats.org/officeDocument/2006/relationships/notesSlide" Target="/ppt/notesSlides/notesSlide4.xml" Id="Rf67a9f7c3fe445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4b4b251e8e4f49" /><Relationship Type="http://schemas.openxmlformats.org/officeDocument/2006/relationships/notesSlide" Target="/ppt/notesSlides/notesSlide5.xml" Id="Rc1b92d4c35dd4e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94821e10bf42de" /><Relationship Type="http://schemas.openxmlformats.org/officeDocument/2006/relationships/image" Target="/ppt/media/image5.png" Id="R1e5ad6beddeb4190" /><Relationship Type="http://schemas.openxmlformats.org/officeDocument/2006/relationships/image" Target="/ppt/media/image6.png" Id="R9a4a4ca91f8942c0" /><Relationship Type="http://schemas.openxmlformats.org/officeDocument/2006/relationships/notesSlide" Target="/ppt/notesSlides/notesSlide6.xml" Id="R1fbb1e1949914d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a5ed33bc1b4ce6" /><Relationship Type="http://schemas.openxmlformats.org/officeDocument/2006/relationships/notesSlide" Target="/ppt/notesSlides/notesSlide7.xml" Id="R38ac1684d9cd44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dd5f25f18d4cef" /><Relationship Type="http://schemas.openxmlformats.org/officeDocument/2006/relationships/image" Target="/ppt/media/image7.png" Id="R28a8da523ece4bab" /><Relationship Type="http://schemas.openxmlformats.org/officeDocument/2006/relationships/image" Target="/ppt/media/image8.png" Id="R80663de306394d76" /><Relationship Type="http://schemas.openxmlformats.org/officeDocument/2006/relationships/notesSlide" Target="/ppt/notesSlides/notesSlide8.xml" Id="Rc55264d0ba3442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818995c6ec41d0" /><Relationship Type="http://schemas.openxmlformats.org/officeDocument/2006/relationships/image" Target="/ppt/media/image9.png" Id="R112aeb8a28ea42d0" /><Relationship Type="http://schemas.openxmlformats.org/officeDocument/2006/relationships/image" Target="/ppt/media/image10.png" Id="Ra0dd51a181174f1e" /><Relationship Type="http://schemas.openxmlformats.org/officeDocument/2006/relationships/image" Target="/ppt/media/image11.png" Id="R041f023f977f42bf" /><Relationship Type="http://schemas.openxmlformats.org/officeDocument/2006/relationships/image" Target="/ppt/media/image12.png" Id="Rcac5bf32403049db" /><Relationship Type="http://schemas.openxmlformats.org/officeDocument/2006/relationships/notesSlide" Target="/ppt/notesSlides/notesSlide9.xml" Id="R11a3277294d54c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49299c5aa94d2a" /><Relationship Type="http://schemas.openxmlformats.org/officeDocument/2006/relationships/image" Target="/ppt/media/image13.png" Id="R0f3a7d99b4914d72" /><Relationship Type="http://schemas.openxmlformats.org/officeDocument/2006/relationships/image" Target="/ppt/media/image14.png" Id="R250da62671ad42a7" /><Relationship Type="http://schemas.openxmlformats.org/officeDocument/2006/relationships/image" Target="/ppt/media/image15.png" Id="R3a7ebc0d4cce4a56" /><Relationship Type="http://schemas.openxmlformats.org/officeDocument/2006/relationships/image" Target="/ppt/media/image16.png" Id="Rde2d60f7892c4c04" /><Relationship Type="http://schemas.openxmlformats.org/officeDocument/2006/relationships/image" Target="/ppt/media/image17.png" Id="Rf51508f9332e4c0a" /><Relationship Type="http://schemas.openxmlformats.org/officeDocument/2006/relationships/image" Target="/ppt/media/image18.png" Id="Rd17312dd676f4151" /><Relationship Type="http://schemas.openxmlformats.org/officeDocument/2006/relationships/notesSlide" Target="/ppt/notesSlides/notesSlide10.xml" Id="R2b8d2a1fc83e44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67b3b0967544a6" /><Relationship Type="http://schemas.openxmlformats.org/officeDocument/2006/relationships/notesSlide" Target="/ppt/notesSlides/notesSlide11.xml" Id="Rc1710d4a476747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9359d6390b4109" /><Relationship Type="http://schemas.openxmlformats.org/officeDocument/2006/relationships/notesSlide" Target="/ppt/notesSlides/notesSlide12.xml" Id="R268d63c86f4149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8384eff92a4236" /><Relationship Type="http://schemas.openxmlformats.org/officeDocument/2006/relationships/image" Target="/ppt/media/image19.png" Id="Rf81e4defaf9d42ee" /><Relationship Type="http://schemas.openxmlformats.org/officeDocument/2006/relationships/image" Target="/ppt/media/image20.png" Id="R9cc023f56cbf4dca" /><Relationship Type="http://schemas.openxmlformats.org/officeDocument/2006/relationships/notesSlide" Target="/ppt/notesSlides/notesSlide13.xml" Id="R550ac597511a48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5b8327f5e44ac3" /><Relationship Type="http://schemas.openxmlformats.org/officeDocument/2006/relationships/image" Target="/ppt/media/image21.png" Id="Rf12feed2e3c344ef" /><Relationship Type="http://schemas.openxmlformats.org/officeDocument/2006/relationships/image" Target="/ppt/media/image22.png" Id="R74b88f7786f94f09" /><Relationship Type="http://schemas.openxmlformats.org/officeDocument/2006/relationships/notesSlide" Target="/ppt/notesSlides/notesSlide14.xml" Id="R5db7bef710444a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2e60dd3942456a" /><Relationship Type="http://schemas.openxmlformats.org/officeDocument/2006/relationships/image" Target="/ppt/media/image23.png" Id="Rbeffd283741d4d71" /><Relationship Type="http://schemas.openxmlformats.org/officeDocument/2006/relationships/image" Target="/ppt/media/image24.png" Id="Rb79ea53ca17e4277" /><Relationship Type="http://schemas.openxmlformats.org/officeDocument/2006/relationships/notesSlide" Target="/ppt/notesSlides/notesSlide15.xml" Id="Red0c0cbfedde43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5026d15d0c4d90" /><Relationship Type="http://schemas.openxmlformats.org/officeDocument/2006/relationships/notesSlide" Target="/ppt/notesSlides/notesSlide16.xml" Id="R27b1616dfbc84e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9149b644c4596" /><Relationship Type="http://schemas.openxmlformats.org/officeDocument/2006/relationships/notesSlide" Target="/ppt/notesSlides/notesSlide17.xml" Id="R975d4940f41742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8db089a844c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038cc2195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49783-5ED7-4CA0-B6A8-FD145E22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905250"/>
            <a:ext cx="1152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3905250"/>
          <a:ext xmlns:a="http://schemas.openxmlformats.org/drawingml/2006/main" cx="11525250" cy="1666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38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driver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 + ULN2003.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TPS2116, TPS22964, TPS3839, dan TPS61175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 pada motherboard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6d214e12f4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c7a4a12674b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46E219-EB12-4958-928C-17C2FF74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5B88F-F202-4E05-92D9-F2D1A6B8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7C777-803E-422A-8F4B-0ADED87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096E2-3BFF-497B-AD3A-A3F93278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ADEA-1855-4143-B5A3-8DE29C0B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D43D5-BECB-43DB-B5FB-B3306FF1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80DAE-B20A-4C41-B2B5-9F08FB2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59DC2-F7EF-489A-A4D8-B94CCB8F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82007-D9F9-487F-8FB0-D36695AA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54EA8-966E-4A9F-BE58-362B9923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D7103-2CC6-43A7-BFB8-48F6CF64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7A19D-EBF4-48E3-B418-C237452D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0A787-3818-4333-9952-47D3C70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63609-5470-4A19-A3AF-B07FED34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FE114-C9DF-48F5-A94A-206ED60C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E6351-0263-4926-9104-3C3ABA3F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A7689-4A59-4B3F-A324-9FD50F2F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47A41-789E-4B65-A5DA-E169D708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14C2D-A401-4132-B3FD-37A480B7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25E15-6BB0-4FA7-9ECA-E8A41AE1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3FF64-150C-4ED7-880A-99EC22F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CF196-96B2-41A7-861E-97A0291D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5D699-32A4-43EA-9888-5D98CD3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BDDC9-9447-4F13-AD2D-64641012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DE06C-A5A6-4F7A-88C8-7210D052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AD39E-9382-49C4-A9DE-1EFC84AD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6851A-12DE-4219-96AC-2F7DAFF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8D762E-46B8-4E65-99AD-E7DA34EF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D1F24-CD12-4A42-8411-3D37E4C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85EF8-FF76-4828-B339-B609ECC9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DCEDCE-9D5D-4E72-97DB-EC9E6D44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6EC3C8-1D2F-4B13-A723-BE0A41BE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9224752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ad6beddeb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a4ca91f8942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D87BC-0291-494B-B9AC-1A8F96E8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1152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000500"/>
          <a:ext xmlns:a="http://schemas.openxmlformats.org/drawingml/2006/main" cx="11525250" cy="1714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4492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driver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 + ULN2003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blok analog/driver lama tidak ada; ADS1256 tetap membaca AIN0–AIN7.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Keduanya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SHT40 pada root I2C 0x44.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TPS2116/TPS22964/TPS3839/TPS61175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Ditambah TPS2116 power mux, TPS22964 load switch, TPS3839 supervisor, TPS61175 boost.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95274-7A0F-43DC-87A5-CA5D88BE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38E73-7D97-4CD6-A2C7-BD57E015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16173-67A7-4A28-92C0-3F8EDD9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2B7BD-6DB5-4A07-AB0E-07CBD6B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FFF96-065A-4258-9ED4-8A1CEAE0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4149916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8da523ece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63de306394d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B866C-1C85-4ACD-B180-5746BF6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1152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000500"/>
          <a:ext xmlns:a="http://schemas.openxmlformats.org/drawingml/2006/main" cx="11525250" cy="1571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2451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 + TPS22964 + TPS3839 + TPS61175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sama.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  <a:tr h="22451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aeb8a28ea42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d51a181174f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f023f977f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5bf32403049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285B3-F08C-436C-9DC0-7D2503F5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00375"/>
            <a:ext cx="8143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000375"/>
          <a:ext xmlns:a="http://schemas.openxmlformats.org/drawingml/2006/main" cx="8143875" cy="2857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3571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 + TPS22964 + TPS3839 + TPS61175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sama.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a7d99b491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da62671ad42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ebc0d4cce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d60f7892c4c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508f9332e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312dd676f41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27C8B-6BD3-4014-AEAD-6FE69560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4333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762125"/>
          <a:ext xmlns:a="http://schemas.openxmlformats.org/drawingml/2006/main" cx="4333875" cy="4095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8510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/ 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atau +5VA pada PCB adapter.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INA333, OPA333, LM321, OPA320, ADS1256, dan MCP4725 tidak ada.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TCA9548A, dan SHT40 tidak ada.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Power / proteksi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TPS2116, TPS22964, TPS3839, dan TPS61175 tetap ada pada adapter.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 pada adapter.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85F9B-610B-409B-9E5A-C3ADE87E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A44D5-4846-4A54-B7DE-0647037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36529-1C5D-4B20-B1AC-2BB473F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INA333 + OPA333 + LM321;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 eksternal: PCF8574/TPS22919, TCA, MCP4725, ADS1256; OPA320; SHT40;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V2: OPA320, PCF8574, SHT40, ADS/TCA,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V3 termasuk OPA320, PCF8574, SHT40,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 tanpa ADS/TCA/PCF/SHT40/OPA/+5VA; tetap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0212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e4defaf9d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023f56cbf4d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9BB4-B4C0-43D8-8B2D-3CD97CBE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953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714750" y="1238250"/>
          <a:ext xmlns:a="http://schemas.openxmlformats.org/drawingml/2006/main" cx="7953375" cy="3143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60007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 — baseline visual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 / daya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memanjang dengan holder baterai; dua konektor SMA terlihat pada gambar.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lewat radio; bukan board ADC atau sensor module.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Radio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Dua konektor SMA terlihat, tetapi nomor radio dan detail interface tidak dapat dipastikan tanpa PCB JSON/BOM yang cocok.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 pada CH V1.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fungsi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source PCB/BOM yang dipetakan eksplisit ke CH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feed2e3c344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88f7786f94f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076D6-6CE8-4690-83B1-FAD94ED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1133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28625" y="3762375"/>
          <a:ext xmlns:a="http://schemas.openxmlformats.org/drawingml/2006/main" cx="11334750" cy="2095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66875"/>
                <a:gridCol w="3429000"/>
                <a:gridCol w="6096000"/>
              </a:tblGrid>
              <a:tr h="349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Papan memanjang + holder baterai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 pada gambar.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radio dari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Peran tetap setelah GLD/E22; bukan jalur analog sensor.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nomor part belum dipetakan ke BOM source yang cocok.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mengklaim perubahan IC hanya dari gambar 3D.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 atau BOM yang menyebut CH V2 secara eksplisit.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fd283741d4d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ea53ca17e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EE753-C82B-41D7-B658-9548142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00125"/>
            <a:ext cx="78581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810000" y="1000125"/>
          <a:ext xmlns:a="http://schemas.openxmlformats.org/drawingml/2006/main" cx="7858125" cy="3476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2571750"/>
                <a:gridCol w="3333750"/>
              </a:tblGrid>
              <a:tr h="5794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Kembali ke papan memanjang dengan holder baterai pada gambar.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LoRa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ADC atau pengendali sensor module.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cocok; perubahan IC belum dapat diverifikasi.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JSON/BOM CH V3 untuk menetapkan perubahan teknis secara pasti.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77CE7-D293-4896-940C-F37E1F48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EF78F-4E2B-4207-8426-6CFEB32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AB2A-9EC2-401D-BB1F-FE228465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9D661-8711-47CE-81E3-58CF0C9C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12643-5D52-41EF-9D83-19669BB5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93292-7003-41CB-B87C-3FCAC2FD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D1535-6541-4D65-AEA9-98154A5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55F71-CA1D-4CAD-8076-6863CB53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F91E8-43F6-40AC-BDDA-04A6D71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A1151-2BE0-4C52-BFC7-BB79BC3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C6E35-7EE6-4BA8-8270-565A180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AC399-C0D5-4904-BA2E-148CCE68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CCB17-E3DD-4BE9-8423-45272B9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11963-2806-4E69-820C-70E1F04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A1499-CB83-4C43-B85A-965E346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3766D-579C-47EB-9D70-AF205402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582C9-6858-4922-974E-06D527F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F9B35-0999-4F9A-BEB8-7884CDA2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EC6D8-9DD2-43B7-882F-73A5D3D4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E9B17-B852-4CCA-98EA-0E70259D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31EF9-2A38-4A52-9ACD-29951E49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9D88A-D92C-4515-A93F-E1070D72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E22: terima/relay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2A80A-F5DE-4C48-85D4-E03B8E5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7055D-B33F-4C1A-B474-4771971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2AC23-835F-4545-B74B-00756FB5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710A9-5616-4879-9772-3D25BAA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352E4-8CAA-4D4D-9E30-423DBACE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15720197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BBAAB-93AB-44CB-A36F-BDBD4BB7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F7116-C0CC-47BD-BA1A-82B9C56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9488F-27D3-4A9B-98F9-4714E10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WDT; perubahan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referensi WDT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0AAC0-7CE0-4F8D-9FBF-87892C2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3D834-682A-4CAF-88AE-7B70512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20732233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2026-10-02T04:53:59.0180000Z</dcterms:created>
  <dcterms:modified xsi:type="dcterms:W3CDTF">2026-10-02T04:53:59.0190000Z</dcterms:modified>
</coreProperties>
</file>