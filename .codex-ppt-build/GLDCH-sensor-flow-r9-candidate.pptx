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73e003e44e40dc" /><Relationship Type="http://schemas.openxmlformats.org/officeDocument/2006/relationships/extended-properties" Target="/docProps/app.xml" Id="Rc755a8403d3c499c" /><Relationship Type="http://schemas.openxmlformats.org/officeDocument/2006/relationships/officeDocument" Target="/ppt/presentation.xml" Id="R05d99925e6a84d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74bcaeda6f4b62"/>
  </p:sldMasterIdLst>
  <p:notesMasterIdLst>
    <p:notesMasterId xmlns:r="http://schemas.openxmlformats.org/officeDocument/2006/relationships" r:id="R624361471b094002"/>
  </p:notesMasterIdLst>
  <p:sldIdLst>
    <p:sldId xmlns:r="http://schemas.openxmlformats.org/officeDocument/2006/relationships" id="256" r:id="R7ccc12af3f1a4dc2"/>
    <p:sldId xmlns:r="http://schemas.openxmlformats.org/officeDocument/2006/relationships" id="257" r:id="R528942e1fbc647ab"/>
    <p:sldId xmlns:r="http://schemas.openxmlformats.org/officeDocument/2006/relationships" id="258" r:id="Rcfaa97203c7648de"/>
    <p:sldId xmlns:r="http://schemas.openxmlformats.org/officeDocument/2006/relationships" id="259" r:id="Rf02f6a638fa6492a"/>
    <p:sldId xmlns:r="http://schemas.openxmlformats.org/officeDocument/2006/relationships" id="260" r:id="R63027de16a6d40c2"/>
    <p:sldId xmlns:r="http://schemas.openxmlformats.org/officeDocument/2006/relationships" id="261" r:id="R992f8f7fdb5e46f8"/>
    <p:sldId xmlns:r="http://schemas.openxmlformats.org/officeDocument/2006/relationships" id="262" r:id="Rc6f4f612a6e240d9"/>
    <p:sldId xmlns:r="http://schemas.openxmlformats.org/officeDocument/2006/relationships" id="263" r:id="Rada0871c2eb24631"/>
    <p:sldId xmlns:r="http://schemas.openxmlformats.org/officeDocument/2006/relationships" id="264" r:id="R6f020b87cfb9431d"/>
    <p:sldId xmlns:r="http://schemas.openxmlformats.org/officeDocument/2006/relationships" id="265" r:id="R93f307c3082b4007"/>
    <p:sldId xmlns:r="http://schemas.openxmlformats.org/officeDocument/2006/relationships" id="266" r:id="R4c369ba54c594bc1"/>
    <p:sldId xmlns:r="http://schemas.openxmlformats.org/officeDocument/2006/relationships" id="267" r:id="R7d1a7d570f294ea2"/>
    <p:sldId xmlns:r="http://schemas.openxmlformats.org/officeDocument/2006/relationships" id="268" r:id="R503973775e0a458d"/>
    <p:sldId xmlns:r="http://schemas.openxmlformats.org/officeDocument/2006/relationships" id="269" r:id="R4b32ee2024ef42a8"/>
    <p:sldId xmlns:r="http://schemas.openxmlformats.org/officeDocument/2006/relationships" id="270" r:id="Re346ff5bbe6946a8"/>
    <p:sldId xmlns:r="http://schemas.openxmlformats.org/officeDocument/2006/relationships" id="271" r:id="R6c63b8d38c72499d"/>
    <p:sldId xmlns:r="http://schemas.openxmlformats.org/officeDocument/2006/relationships" id="272" r:id="Rb11ce3754b7648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342484d4b14509" /><Relationship Type="http://schemas.openxmlformats.org/officeDocument/2006/relationships/slideMaster" Target="/ppt/slideMasters/slideMaster1.xml" Id="Rb874bcaeda6f4b62" /><Relationship Type="http://schemas.openxmlformats.org/officeDocument/2006/relationships/notesMaster" Target="/ppt/notesMasters/notesMaster1.xml" Id="R624361471b094002" /><Relationship Type="http://schemas.openxmlformats.org/officeDocument/2006/relationships/presProps" Target="/ppt/presProps.xml" Id="R3c8ce5ec5fb940b0" /><Relationship Type="http://schemas.openxmlformats.org/officeDocument/2006/relationships/viewProps" Target="/ppt/viewProps.xml" Id="R74de8e71742c48ef" /><Relationship Type="http://schemas.openxmlformats.org/officeDocument/2006/relationships/tableStyles" Target="/ppt/tableStyles.xml" Id="R18150f218ccb4cf3" /><Relationship Type="http://schemas.openxmlformats.org/officeDocument/2006/relationships/slide" Target="/ppt/slides/slide1.xml" Id="R7ccc12af3f1a4dc2" /><Relationship Type="http://schemas.openxmlformats.org/officeDocument/2006/relationships/slide" Target="/ppt/slides/slide2.xml" Id="R528942e1fbc647ab" /><Relationship Type="http://schemas.openxmlformats.org/officeDocument/2006/relationships/slide" Target="/ppt/slides/slide3.xml" Id="Rcfaa97203c7648de" /><Relationship Type="http://schemas.openxmlformats.org/officeDocument/2006/relationships/slide" Target="/ppt/slides/slide4.xml" Id="Rf02f6a638fa6492a" /><Relationship Type="http://schemas.openxmlformats.org/officeDocument/2006/relationships/slide" Target="/ppt/slides/slide5.xml" Id="R63027de16a6d40c2" /><Relationship Type="http://schemas.openxmlformats.org/officeDocument/2006/relationships/slide" Target="/ppt/slides/slide6.xml" Id="R992f8f7fdb5e46f8" /><Relationship Type="http://schemas.openxmlformats.org/officeDocument/2006/relationships/slide" Target="/ppt/slides/slide7.xml" Id="Rc6f4f612a6e240d9" /><Relationship Type="http://schemas.openxmlformats.org/officeDocument/2006/relationships/slide" Target="/ppt/slides/slide8.xml" Id="Rada0871c2eb24631" /><Relationship Type="http://schemas.openxmlformats.org/officeDocument/2006/relationships/slide" Target="/ppt/slides/slide9.xml" Id="R6f020b87cfb9431d" /><Relationship Type="http://schemas.openxmlformats.org/officeDocument/2006/relationships/slide" Target="/ppt/slides/slide10.xml" Id="R93f307c3082b4007" /><Relationship Type="http://schemas.openxmlformats.org/officeDocument/2006/relationships/slide" Target="/ppt/slides/slide11.xml" Id="R4c369ba54c594bc1" /><Relationship Type="http://schemas.openxmlformats.org/officeDocument/2006/relationships/slide" Target="/ppt/slides/slide12.xml" Id="R7d1a7d570f294ea2" /><Relationship Type="http://schemas.openxmlformats.org/officeDocument/2006/relationships/slide" Target="/ppt/slides/slide13.xml" Id="R503973775e0a458d" /><Relationship Type="http://schemas.openxmlformats.org/officeDocument/2006/relationships/slide" Target="/ppt/slides/slide14.xml" Id="R4b32ee2024ef42a8" /><Relationship Type="http://schemas.openxmlformats.org/officeDocument/2006/relationships/slide" Target="/ppt/slides/slide15.xml" Id="Re346ff5bbe6946a8" /><Relationship Type="http://schemas.openxmlformats.org/officeDocument/2006/relationships/slide" Target="/ppt/slides/slide16.xml" Id="R6c63b8d38c72499d" /><Relationship Type="http://schemas.openxmlformats.org/officeDocument/2006/relationships/slide" Target="/ppt/slides/slide17.xml" Id="Rb11ce3754b7648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4a72e42dfa4f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1cfc67ea874f63" /><Relationship Type="http://schemas.openxmlformats.org/officeDocument/2006/relationships/notesMaster" Target="/ppt/notesMasters/notesMaster1.xml" Id="Rfca809889b154a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454d9eff444388" /><Relationship Type="http://schemas.openxmlformats.org/officeDocument/2006/relationships/notesMaster" Target="/ppt/notesMasters/notesMaster1.xml" Id="R13aea15a70a541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2d5e7369f24feb" /><Relationship Type="http://schemas.openxmlformats.org/officeDocument/2006/relationships/notesMaster" Target="/ppt/notesMasters/notesMaster1.xml" Id="Rc04432405bd94c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1800b8bccb4225" /><Relationship Type="http://schemas.openxmlformats.org/officeDocument/2006/relationships/notesMaster" Target="/ppt/notesMasters/notesMaster1.xml" Id="R17e0a97dafa548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c4e30899e54225" /><Relationship Type="http://schemas.openxmlformats.org/officeDocument/2006/relationships/notesMaster" Target="/ppt/notesMasters/notesMaster1.xml" Id="R944a51d30d224b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4ca906f9b64439" /><Relationship Type="http://schemas.openxmlformats.org/officeDocument/2006/relationships/notesMaster" Target="/ppt/notesMasters/notesMaster1.xml" Id="R8355add8f8ec46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14d63fc2dc4648" /><Relationship Type="http://schemas.openxmlformats.org/officeDocument/2006/relationships/notesMaster" Target="/ppt/notesMasters/notesMaster1.xml" Id="Rcdcef44dc91348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4110f1d0294ed5" /><Relationship Type="http://schemas.openxmlformats.org/officeDocument/2006/relationships/notesMaster" Target="/ppt/notesMasters/notesMaster1.xml" Id="Rd9020c2ee62d4a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c5b13b532d4c30" /><Relationship Type="http://schemas.openxmlformats.org/officeDocument/2006/relationships/notesMaster" Target="/ppt/notesMasters/notesMaster1.xml" Id="R1239329ce0aa42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730ebdbb194c79" /><Relationship Type="http://schemas.openxmlformats.org/officeDocument/2006/relationships/notesMaster" Target="/ppt/notesMasters/notesMaster1.xml" Id="Rc2d2ac83db024f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7f5a974ce94640" /><Relationship Type="http://schemas.openxmlformats.org/officeDocument/2006/relationships/notesMaster" Target="/ppt/notesMasters/notesMaster1.xml" Id="Rd31a5ad718e44d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365a82e60ab471d" /><Relationship Type="http://schemas.openxmlformats.org/officeDocument/2006/relationships/notesMaster" Target="/ppt/notesMasters/notesMaster1.xml" Id="R3ee706b61f9646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d8b983f6bf4e41" /><Relationship Type="http://schemas.openxmlformats.org/officeDocument/2006/relationships/notesMaster" Target="/ppt/notesMasters/notesMaster1.xml" Id="R79db4df3b2c94d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381162c03d462b" /><Relationship Type="http://schemas.openxmlformats.org/officeDocument/2006/relationships/notesMaster" Target="/ppt/notesMasters/notesMaster1.xml" Id="R0cb3a91483a34fa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c9b491ca0274ac9" /><Relationship Type="http://schemas.openxmlformats.org/officeDocument/2006/relationships/notesMaster" Target="/ppt/notesMasters/notesMaster1.xml" Id="R5a81d2e2305e4a2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de9916bf1f94edf" /><Relationship Type="http://schemas.openxmlformats.org/officeDocument/2006/relationships/notesMaster" Target="/ppt/notesMasters/notesMaster1.xml" Id="R82d973076d8c4e7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6700819281d4bc4" /><Relationship Type="http://schemas.openxmlformats.org/officeDocument/2006/relationships/notesMaster" Target="/ppt/notesMasters/notesMaster1.xml" Id="Rce57a5df326049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firmware/gld/include/BoardPinsGLD2.h; output/diagrams/gld2/component-pins.csv.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docs/wiring/gld-project-ver2-2026-07-01/GLD2-functional-test-plan-draft.md; firmware/gld/include/BoardPinsGLD2.h.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docs/wiring/gld-project-ver2-2026-07-01/source-GLD_Project.zip; source-GLD2.zip; docs/wiring/Board_GLD3.zip; docs/wiring/GLD ATEX.zip; docs/wiring/GLD5.zip; firmware/gld/include/BoardPinsGLD2.h; firmware/gld/include/BoardPinsGLDATEX.h.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docs/wiring/ch-dual-radio-e220-ver4-2026-07-21/README.md; docs/wiring/ch-dual-radio-e220-ver4-2026-07-21/1-PCB_PCB_dualRadioCH_E220Ver4.json.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docs/wiring/ch-dual-radio-e220-ver4-2026-07-21/README.md; docs/wiring/ch-dual-radio-e220-ver4-2026-07-21/1-PCB_PCB_dualRadioCH_E220Ver4.json; docs/wiring/Source_CH_Board_Kecil/Source_CH_Board_Kecil.zip.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ad2125c1d84f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73e2cab0343c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a8a04abfff4d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bf9dd0615d4f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190d8cf34d41f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70d3afc9d2442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b2cfad0f1c46e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beaaf22f4a430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b7534b91e9422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87b18d945a4a7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ed3f9299074a4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5770DE-D7B8-6AC6-27A9-E90AE4D4A5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9E318C-98DE-239D-0ED3-DFA528F8B0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D69A4F-4C87-3383-7DAF-3B67D4596F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14844-69D7-68C2-DDA9-9C8AA187C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54F0CC-47AB-6C28-8E5E-9C3F8B654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1A5405-2043-67A6-F275-650556C46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FEF342-D8F0-E137-A37F-8ED041F3A7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1CB9FE-39F2-C98A-E1E7-D1A291BF6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4834A0-A5A1-D764-9CD2-297E2F389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17D40D-A336-7C74-6566-EC7CD4F8D5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F1DBFB-ED13-0757-9E35-6A7FE22F4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BC7510-D8DE-3829-6C3F-7002E2761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8DFF44-0F3F-72C1-0115-0E3E8EB6F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FE42E7-DA5D-A2FF-80A8-9DAD39D806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37A6C5-D0BC-A300-A01A-FADB1B7C37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391804-E379-0F8D-3184-CF668E05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253ADF-276E-5F7D-1E23-FA3ED417B4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C8DA79-7310-6F0B-638F-D278084F94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7CA5FF-84CD-6901-160A-207265CB35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AFE447-F564-84FF-0568-9A139C90A3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F56806-13F1-9963-5152-D07C36870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2068FD-998E-6CD2-403D-30FC36C5D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02DE55-05BC-5C52-7E5F-DB889F5133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5145A8-AD96-520C-B55E-D087C0D30D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60DB2F5-1D26-BD61-8287-3D9A0E9C192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6D990A9-4F6A-4D6F-2738-5ED9C418DBE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A504D1-D0DB-D4C5-8DEC-F06492B835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EF7C76A-28B4-C567-D017-05757F86B2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1FBF36E-5B24-D41F-7EC7-B6DBCB52C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72B5D-22ED-1725-BCEC-411596254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0D40DC1-B8C0-DA75-CD44-4685242F33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2D28A6E-5B20-0AC7-A17D-92FD31FAA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B141F6D-CC52-2BBD-84FA-3086173779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74D7803-B9C0-49FA-16BF-61DF2946D6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F81A3A-9351-BC20-F13E-7EBCB8B08A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237F58D-6BEC-EA2F-3757-005AC22F28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D12C9F-AF3A-2F28-E32D-6D00FACB5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790251-712A-55D8-BDEF-712F4951A7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052317-62A4-8CD4-CB42-8DF6031D12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6A8E56-4291-4964-F5ED-BB58F5147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BCB4B4-16C5-AC60-B9FD-2F67C1444D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B329344-D265-EF06-AF8D-A34A738D36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5721FF-EEAC-5B2D-9868-67ED6DE2E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0835429-81A3-D47F-328A-C34AB786AC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A26BA7-2103-A4CB-CD65-8F831A8022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CE1ABE4-61D5-0C44-2087-35BCCEFAC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C8396F-888E-1B7F-01EE-C66DDEE74F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306669-5D3E-30F4-F081-DD48976A24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54E69E-A52E-FF2A-1E0F-4050BA18D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51C0BA-3F8F-14B1-56CB-78EB2BD3BF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597A66-CF77-3C5D-21D4-3FF10F6F5A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32B246-5B35-CBB7-595B-5931935A35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35D5AF-83D9-702C-9833-8DAEE9110D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E4465AA-32DC-5F6D-2627-CB853B675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69CD34-96A1-6ECF-6068-6A9C218D03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D6C65B-9E4D-59AF-2C5C-89463B3CAF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1F77B0-320A-B19B-4277-35469F164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4C5E85-57E6-2E18-0995-0D0723E97B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f7285a6b014849" /><Relationship Type="http://schemas.openxmlformats.org/officeDocument/2006/relationships/slideLayout" Target="/ppt/slideLayouts/slideLayout1.xml" Id="Rb27b0031d7c64a00" /><Relationship Type="http://schemas.openxmlformats.org/officeDocument/2006/relationships/slideLayout" Target="/ppt/slideLayouts/slideLayout2.xml" Id="Rcbb599e9d3db4b4d" /><Relationship Type="http://schemas.openxmlformats.org/officeDocument/2006/relationships/slideLayout" Target="/ppt/slideLayouts/slideLayout3.xml" Id="Rf263695e8b0f4029" /><Relationship Type="http://schemas.openxmlformats.org/officeDocument/2006/relationships/slideLayout" Target="/ppt/slideLayouts/slideLayout4.xml" Id="Rbf5793febbfb41cd" /><Relationship Type="http://schemas.openxmlformats.org/officeDocument/2006/relationships/slideLayout" Target="/ppt/slideLayouts/slideLayout5.xml" Id="Rc6a10dbfa69e4932" /><Relationship Type="http://schemas.openxmlformats.org/officeDocument/2006/relationships/slideLayout" Target="/ppt/slideLayouts/slideLayout6.xml" Id="Rc70ba7be636e41b5" /><Relationship Type="http://schemas.openxmlformats.org/officeDocument/2006/relationships/slideLayout" Target="/ppt/slideLayouts/slideLayout7.xml" Id="R341808e176714b57" /><Relationship Type="http://schemas.openxmlformats.org/officeDocument/2006/relationships/slideLayout" Target="/ppt/slideLayouts/slideLayout8.xml" Id="Rf56e9f0c023c486f" /><Relationship Type="http://schemas.openxmlformats.org/officeDocument/2006/relationships/slideLayout" Target="/ppt/slideLayouts/slideLayout9.xml" Id="R9e6bed649b484b71" /><Relationship Type="http://schemas.openxmlformats.org/officeDocument/2006/relationships/slideLayout" Target="/ppt/slideLayouts/slideLayout10.xml" Id="R3fa99b7a8d9a4045" /><Relationship Type="http://schemas.openxmlformats.org/officeDocument/2006/relationships/slideLayout" Target="/ppt/slideLayouts/slideLayout11.xml" Id="Rd8ba7f5278ef429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4EB340-A8A5-E4AC-0033-61A7A2036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AB4A00-EF67-5329-311B-0DFF290EF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C1F5C3-A744-26F9-39D8-89BAA4BC0B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99019D-BD56-64CD-C655-E162D1DEC8F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BDE40B-E82A-7E15-F88A-1722A93704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7b0031d7c64a00"/>
    <p:sldLayoutId xmlns:r="http://schemas.openxmlformats.org/officeDocument/2006/relationships" id="2147483650" r:id="Rcbb599e9d3db4b4d"/>
    <p:sldLayoutId xmlns:r="http://schemas.openxmlformats.org/officeDocument/2006/relationships" id="2147483651" r:id="Rf263695e8b0f4029"/>
    <p:sldLayoutId xmlns:r="http://schemas.openxmlformats.org/officeDocument/2006/relationships" id="2147483652" r:id="Rbf5793febbfb41cd"/>
    <p:sldLayoutId xmlns:r="http://schemas.openxmlformats.org/officeDocument/2006/relationships" id="2147483653" r:id="Rc6a10dbfa69e4932"/>
    <p:sldLayoutId xmlns:r="http://schemas.openxmlformats.org/officeDocument/2006/relationships" id="2147483654" r:id="Rc70ba7be636e41b5"/>
    <p:sldLayoutId xmlns:r="http://schemas.openxmlformats.org/officeDocument/2006/relationships" id="2147483655" r:id="R341808e176714b57"/>
    <p:sldLayoutId xmlns:r="http://schemas.openxmlformats.org/officeDocument/2006/relationships" id="2147483656" r:id="Rf56e9f0c023c486f"/>
    <p:sldLayoutId xmlns:r="http://schemas.openxmlformats.org/officeDocument/2006/relationships" id="2147483657" r:id="R9e6bed649b484b71"/>
    <p:sldLayoutId xmlns:r="http://schemas.openxmlformats.org/officeDocument/2006/relationships" id="2147483658" r:id="R3fa99b7a8d9a4045"/>
    <p:sldLayoutId xmlns:r="http://schemas.openxmlformats.org/officeDocument/2006/relationships" id="2147483659" r:id="Rd8ba7f5278ef429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a44a00d0d7a42ee" /><Relationship Type="http://schemas.openxmlformats.org/officeDocument/2006/relationships/notesSlide" Target="/ppt/notesSlides/notesSlide1.xml" Id="R35709ed2e84d40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5c29ea4584f23" /><Relationship Type="http://schemas.openxmlformats.org/officeDocument/2006/relationships/image" Target="/ppt/media/image.png" Id="R8fe8d09938ca4b60" /><Relationship Type="http://schemas.openxmlformats.org/officeDocument/2006/relationships/image" Target="/ppt/media/image2.png" Id="R9471d265a8bb4e4d" /><Relationship Type="http://schemas.openxmlformats.org/officeDocument/2006/relationships/notesSlide" Target="/ppt/notesSlides/notesSlide2.xml" Id="Rb8881ecac2ed44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5a71337a4144c7f" /><Relationship Type="http://schemas.openxmlformats.org/officeDocument/2006/relationships/notesSlide" Target="/ppt/notesSlides/notesSlide3.xml" Id="Red6a228d9c2e4c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67fb3394d34ac5" /><Relationship Type="http://schemas.openxmlformats.org/officeDocument/2006/relationships/image" Target="/ppt/media/image3.png" Id="R9b52f96b8a274a67" /><Relationship Type="http://schemas.openxmlformats.org/officeDocument/2006/relationships/image" Target="/ppt/media/image4.png" Id="R7a82cf91a14d4625" /><Relationship Type="http://schemas.openxmlformats.org/officeDocument/2006/relationships/notesSlide" Target="/ppt/notesSlides/notesSlide4.xml" Id="R43ef85a332c642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c5ed86cbc484022" /><Relationship Type="http://schemas.openxmlformats.org/officeDocument/2006/relationships/notesSlide" Target="/ppt/notesSlides/notesSlide5.xml" Id="R16e238bfe76e4a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ddaee8e14341d2" /><Relationship Type="http://schemas.openxmlformats.org/officeDocument/2006/relationships/image" Target="/ppt/media/image5.png" Id="R3c34210aad524574" /><Relationship Type="http://schemas.openxmlformats.org/officeDocument/2006/relationships/image" Target="/ppt/media/image6.png" Id="Rfbe4575f4ef94060" /><Relationship Type="http://schemas.openxmlformats.org/officeDocument/2006/relationships/notesSlide" Target="/ppt/notesSlides/notesSlide6.xml" Id="Rc02c7c89412348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02098773464a55" /><Relationship Type="http://schemas.openxmlformats.org/officeDocument/2006/relationships/notesSlide" Target="/ppt/notesSlides/notesSlide7.xml" Id="Reee91f426eb44c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0a5b4494e2b4662" /><Relationship Type="http://schemas.openxmlformats.org/officeDocument/2006/relationships/image" Target="/ppt/media/image7.png" Id="Ra36cbd4e62644118" /><Relationship Type="http://schemas.openxmlformats.org/officeDocument/2006/relationships/image" Target="/ppt/media/image8.png" Id="R98b1e9967b2f4b97" /><Relationship Type="http://schemas.openxmlformats.org/officeDocument/2006/relationships/notesSlide" Target="/ppt/notesSlides/notesSlide8.xml" Id="R2442b336635047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9df72804e14a62" /><Relationship Type="http://schemas.openxmlformats.org/officeDocument/2006/relationships/image" Target="/ppt/media/image9.png" Id="R3ca4ec1f3d41437d" /><Relationship Type="http://schemas.openxmlformats.org/officeDocument/2006/relationships/image" Target="/ppt/media/image10.png" Id="R9e5ce6b15f2d4bee" /><Relationship Type="http://schemas.openxmlformats.org/officeDocument/2006/relationships/image" Target="/ppt/media/image11.png" Id="Rb646cf1b72f34776" /><Relationship Type="http://schemas.openxmlformats.org/officeDocument/2006/relationships/image" Target="/ppt/media/image12.png" Id="R24960e8d2f3546d2" /><Relationship Type="http://schemas.openxmlformats.org/officeDocument/2006/relationships/notesSlide" Target="/ppt/notesSlides/notesSlide9.xml" Id="R8676548e49854b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7f64acbd6c740e1" /><Relationship Type="http://schemas.openxmlformats.org/officeDocument/2006/relationships/image" Target="/ppt/media/image13.png" Id="R68848ce2da3341bc" /><Relationship Type="http://schemas.openxmlformats.org/officeDocument/2006/relationships/image" Target="/ppt/media/image14.png" Id="Rd0519e97eb214173" /><Relationship Type="http://schemas.openxmlformats.org/officeDocument/2006/relationships/image" Target="/ppt/media/image15.png" Id="Rb49d70e82e684d16" /><Relationship Type="http://schemas.openxmlformats.org/officeDocument/2006/relationships/image" Target="/ppt/media/image16.png" Id="Rcbe3c63f1f694a9e" /><Relationship Type="http://schemas.openxmlformats.org/officeDocument/2006/relationships/image" Target="/ppt/media/image17.png" Id="R4e93c57b9f4d4943" /><Relationship Type="http://schemas.openxmlformats.org/officeDocument/2006/relationships/image" Target="/ppt/media/image18.png" Id="R37e5ce1032fa4b68" /><Relationship Type="http://schemas.openxmlformats.org/officeDocument/2006/relationships/notesSlide" Target="/ppt/notesSlides/notesSlide10.xml" Id="R094cbf76b4d940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57eebe1102e4560" /><Relationship Type="http://schemas.openxmlformats.org/officeDocument/2006/relationships/notesSlide" Target="/ppt/notesSlides/notesSlide11.xml" Id="R895ad4636c1a42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579db3a524f4ac0" /><Relationship Type="http://schemas.openxmlformats.org/officeDocument/2006/relationships/notesSlide" Target="/ppt/notesSlides/notesSlide12.xml" Id="R73ea10d5481944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5743614f2064e58" /><Relationship Type="http://schemas.openxmlformats.org/officeDocument/2006/relationships/image" Target="/ppt/media/image19.png" Id="Rfc9b4b36ebca4f9e" /><Relationship Type="http://schemas.openxmlformats.org/officeDocument/2006/relationships/image" Target="/ppt/media/image20.png" Id="R89ed9fd86d7b4ed7" /><Relationship Type="http://schemas.openxmlformats.org/officeDocument/2006/relationships/notesSlide" Target="/ppt/notesSlides/notesSlide13.xml" Id="Rd71d425db58443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3d3a1e3d804fd6" /><Relationship Type="http://schemas.openxmlformats.org/officeDocument/2006/relationships/image" Target="/ppt/media/image21.png" Id="Rd69b8a93ea64496e" /><Relationship Type="http://schemas.openxmlformats.org/officeDocument/2006/relationships/image" Target="/ppt/media/image22.png" Id="Rfa7e63b108ad4041" /><Relationship Type="http://schemas.openxmlformats.org/officeDocument/2006/relationships/notesSlide" Target="/ppt/notesSlides/notesSlide14.xml" Id="R607511ec38e44de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8c9904a3b2f4a6c" /><Relationship Type="http://schemas.openxmlformats.org/officeDocument/2006/relationships/image" Target="/ppt/media/image23.png" Id="R8d6394e8a7cb418b" /><Relationship Type="http://schemas.openxmlformats.org/officeDocument/2006/relationships/image" Target="/ppt/media/image24.png" Id="Rb6e27891e18544f0" /><Relationship Type="http://schemas.openxmlformats.org/officeDocument/2006/relationships/notesSlide" Target="/ppt/notesSlides/notesSlide15.xml" Id="Re83729b975b5479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077af28450471e" /><Relationship Type="http://schemas.openxmlformats.org/officeDocument/2006/relationships/notesSlide" Target="/ppt/notesSlides/notesSlide16.xml" Id="R6c6d15e7355f496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55c5c2db6422e" /><Relationship Type="http://schemas.openxmlformats.org/officeDocument/2006/relationships/notesSlide" Target="/ppt/notesSlides/notesSlide17.xml" Id="R98649395006146d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DF2C75-CD5E-3026-3669-3EE3BD7E8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1D823A-5A52-7386-FAED-FFBB5692F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7647548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8d09938ca4b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442609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1d265a8bb4e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77606" y="0"/>
            <a:ext cx="5914393" cy="5442609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962A1A-AD75-A2D0-6254-9E6B3710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V1</a:t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7A8D6-0124-4AC6-A8CE-5D638540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667250"/>
            <a:ext cx="11525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333375" y="4667250"/>
          <a:ext xmlns:a="http://schemas.openxmlformats.org/drawingml/2006/main" cx="11525250" cy="1285875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619250"/>
                <a:gridCol w="9906000"/>
              </a:tblGrid>
              <a:tr h="2571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V1 — baseline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8 footprint/sirkuit sensor menyatu pada motherboard (gambar PCB); MCP4725 terdapat di source V1.</a:t>
                      </a:r>
                    </a:p>
                  </a:txBody>
                  <a:tcPr marL="91440" marR="91440" marT="45720" marB="45720"/>
                </a:tc>
              </a:tr>
              <a:tr h="2571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INA333 + OPA333 + LM321.</a:t>
                      </a:r>
                    </a:p>
                  </a:txBody>
                  <a:tcPr marL="91440" marR="91440" marT="45720" marB="45720"/>
                </a:tc>
              </a:tr>
              <a:tr h="2571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dan SHT40 tidak ditemukan pada motherboard V1.</a:t>
                      </a:r>
                    </a:p>
                  </a:txBody>
                  <a:tcPr marL="91440" marR="91440" marT="45720" marB="45720"/>
                </a:tc>
              </a:tr>
              <a:tr h="2571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Tersedia pada source V1 untuk blok analog.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05942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F89975-B516-863C-58D2-9143F4D8F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 Low Power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A0FD33-23AE-0D86-973E-A98B762E8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1783009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2f96b8a274a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912429" cy="5615796"/>
          </a:xfrm>
          <a:prstGeom xmlns:a="http://schemas.openxmlformats.org/drawingml/2006/main" prst="rect">
            <a:avLst/>
          </a:prstGeom>
        </p:spPr>
      </p:pic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2cf91a14d4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3133" y="0"/>
            <a:ext cx="5538867" cy="5615796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0B76A92-7D82-8F4D-9033-73852390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366" y="6150634"/>
            <a:ext cx="207140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Sensor MQ Module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61122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6DAAE0-6DA0-4FEB-837C-DBB5A670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D8281-82E5-4D7A-9260-ABFB3391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Sensor Module dalam Rantai GLD2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6FF00-636C-4489-B8C0-7B973557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Delapan modul adalah sumber data; motherboard menyalakan, memilih, men-null, lalu mengubah sinyal menjadi data digital.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26E4F-9DC1-4E5B-BFA9-862ADC26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190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5FC6A-8430-4505-A2BD-3B125F3A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95A9F-D783-44CB-B203-19762FC7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1. Elemen MQ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DA297-7AC5-4890-BD00-091CF0C6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18859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MQ8, MQ135, MQ3, MQ5, MQ4, MQ7, MQ6, MQ2. Heater dan elemen sensor berada pada modul.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DCCAA-A602-467F-A2B6-D538D055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90725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analog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E7B94-70F9-448E-8A07-E1EF0C0D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22860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A2C9D-FEEF-4929-8F28-824BA1D5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060B5-CC55-4CF0-9B09-265D29F4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049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2. Slot sensor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F138C-27BA-481F-B98E-A6513CA2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28800"/>
            <a:ext cx="19812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+5V, GND, VMID, AIN, SDA/SCL cabang, dan EN tersedia pada header modul.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E750BF-A7A1-44A0-A0B1-09A058EC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90725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AIN0–7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BBC4A5-2ED6-45AE-8D47-1CE6FDDB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4095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117D9-2E36-419C-A1BA-ACADF771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DB699-7886-433B-8602-F2423BC5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04950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3. Akuisisi GLD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8FFF30-4AB6-4938-B988-44605F92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28800"/>
            <a:ext cx="37909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Filter analog → ADS1256. ESP32-S3 membaca delapan kanal dan membentuk data/telemetri.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625E70-8070-4481-B42D-B43A1954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2952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E0EC0F-641C-4E05-B8B5-E07FB7A5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BC7CD8-22F8-4084-B1D1-FDD5A03C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385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Daya per modul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FB1DF8-33A5-4F33-A8EC-C3540E56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62425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PCF8574 (0x20) mengeluarkan EN0–EN7. EN mengendalikan TPS22919; rail sensor dapat dipilih ON/OFF.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8CE2B2-C998-44B5-9DFD-D9A67AAC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33875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pilih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EC6D8A-B084-4BE2-BA08-58BE282B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14750"/>
            <a:ext cx="2952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12D27D-96BB-4397-B253-13012AA7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040CBE-D208-4F1D-BC70-73DB0475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385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I2C per cabang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CB934F-1ACE-4513-96F3-25DB82BA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162425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TCA9548A (0x71) memilih SDA/SCL cabang. MCP4725 setiap cabang beralamat sama: 0x60.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7896DF-FBCB-40C4-BB5C-18A5AEC9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33875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nulling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073661-4CEF-4CEB-84BD-D89E0034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1428750" cy="1619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D7D7E1-CE18-48DF-AD5F-41474C26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1469A0-D18A-46D2-8BB1-54D8D301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83857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Offset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82842E-5FB0-402F-B476-2E86EADD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162425"/>
            <a:ext cx="1123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MCP4725 memberi tegangan DAC saat prosedur nulling.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117672-449C-471E-B54E-C50116BA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2708A"/>
                </a:solidFill>
                <a:latin typeface="Aptos"/>
                <a:ea typeface="Aptos"/>
                <a:cs typeface="Aptos"/>
              </a:rPr>
              <a:t>Bukti: source-GLD2.zip, BoardPinsGLD2.h, dan temuan live COM3 2026-08-19. Ini menjelaskan arsitektur GLD2; bukan klaim hasil gas/field test saat ini.</a:t>
            </a:r>
          </a:p>
        </p:txBody>
      </p:sp>
    </p:spTree>
    <p:extLst>
      <p:ext uri="{BB962C8B-B14F-4D97-AF65-F5344CB8AC3E}">
        <p14:creationId xmlns:p14="http://schemas.microsoft.com/office/powerpoint/2010/main" val="8184580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34210aad5245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01837" cy="4942936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4575f4ef940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4012" y="0"/>
            <a:ext cx="5297988" cy="501194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EE277E7-003F-00A9-6646-268A83A8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81D29-BA50-4B2D-8F72-B9C830E9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286250"/>
            <a:ext cx="115252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33375" y="4286250"/>
          <a:ext xmlns:a="http://schemas.openxmlformats.org/drawingml/2006/main" cx="11525250" cy="1666875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76375"/>
                <a:gridCol w="3238500"/>
                <a:gridCol w="6667500"/>
              </a:tblGrid>
              <a:tr h="27781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V1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Menyatu pada motherboard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Terpisah sebagai sensor module eksternal melalui H2/H1/H3–H8.</a:t>
                      </a:r>
                    </a:p>
                  </a:txBody>
                  <a:tcPr marL="91440" marR="91440" marT="45720" marB="45720"/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INA333 + OPA333 + LM321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OPA320; ADS1256 tetap membaca AIN0–AIN7.</a:t>
                      </a:r>
                    </a:p>
                  </a:txBody>
                  <a:tcPr marL="91440" marR="91440" marT="45720" marB="45720"/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rail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tidak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P0–P7 → EN0–EN7; TPS22919 mengendalikan rail sensor.</a:t>
                      </a:r>
                    </a:p>
                  </a:txBody>
                  <a:tcPr marL="91440" marR="91440" marT="45720" marB="45720"/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SHT40 tidak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SHT40 pada root I2C 0x44.</a:t>
                      </a:r>
                    </a:p>
                  </a:txBody>
                  <a:tcPr marL="91440" marR="91440" marT="45720" marB="45720"/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/ nulling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ada; MCP di 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tetap ada; MCP4725 berada per module dan dipilih via TCA 0x71.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86306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65E8D-4038-4FE3-A06A-32086B32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ED014-5EE2-468C-8389-6452A803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Pemetaan 8 Sensor Module GLD2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D03BC-9A54-4728-BD8D-9ED63A17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Pemetaan ini harus dipakai saat akses MCP4725/nulling karena urutan EN tidak sama dengan urutan sensor fisik.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524000" y="1285875"/>
          <a:ext xmlns:a="http://schemas.openxmlformats.org/drawingml/2006/main" cx="9144000" cy="4000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33500"/>
                <a:gridCol w="2095500"/>
                <a:gridCol w="2095500"/>
                <a:gridCol w="1524000"/>
                <a:gridCol w="2095500"/>
              </a:tblGrid>
              <a:tr h="444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Header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Sensor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PCF / EN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TCA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ADS1256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P0 / EN0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AIN0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MQ135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P6 / EN6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AIN1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P7 / EN7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AIN2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P3 / EN3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AIN3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P4 / EN4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AIN4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P5 / EN5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AIN5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P2 / EN2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AIN6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P1 / EN1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AIN7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49937-07A4-4CFD-AF28-5FCD16E4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D402D-9CF6-48A5-A26F-1B034CE8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95950"/>
            <a:ext cx="1002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6324A"/>
                </a:solidFill>
                <a:latin typeface="Aptos"/>
                <a:ea typeface="Aptos"/>
                <a:cs typeface="Aptos"/>
              </a:rPr>
              <a:t>Urutan akses yang terbukti pada GLD2: matikan switch lain → aktifkan EN target → pilih TCA pasangannya → akses MCP 0x60. Root I2C: PCF8574 0x20, SHT40 0x44, TCA9548A 0x71.</a:t>
            </a:r>
          </a:p>
        </p:txBody>
      </p:sp>
    </p:spTree>
    <p:extLst>
      <p:ext uri="{BB962C8B-B14F-4D97-AF65-F5344CB8AC3E}">
        <p14:creationId xmlns:p14="http://schemas.microsoft.com/office/powerpoint/2010/main" val="13149285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cbd4e626441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314107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1e9967b2f4b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4809" y="0"/>
            <a:ext cx="5617192" cy="5314106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4801CB-19CB-563E-C535-2E2185C9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2826C-6978-4711-9CAC-665C6C52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476750"/>
            <a:ext cx="11525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33375" y="4476750"/>
          <a:ext xmlns:a="http://schemas.openxmlformats.org/drawingml/2006/main" cx="11525250" cy="1428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76375"/>
                <a:gridCol w="3238500"/>
                <a:gridCol w="6667500"/>
              </a:tblGrid>
              <a:tr h="2857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Module eksternal via H2/H1/H3–H8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module eksternal.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 + ADS1256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OPA320 + ADS1256.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+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PCF8574 + SHT40.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/ I2C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+5VA, TCA9548A, MCP per module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Blok acquisition utama sama pada source; tidak ada IC baru yang ditemukan.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533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4ec1f3d4143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100031" cy="3519577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ce6b15f2d4b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00031" y="0"/>
            <a:ext cx="3664217" cy="351957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9D4CE2-C7EF-B863-2B57-4F7C96A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V4 / ATEX</a:t>
            </a:r>
          </a:p>
        </p:txBody>
      </p:sp>
      <p:pic>
        <p:nvPicPr>
          <p:cNvPr id="1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46cf1b72f347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7782" y="0"/>
            <a:ext cx="3664218" cy="3597368"/>
          </a:xfrm>
          <a:prstGeom xmlns:a="http://schemas.openxmlformats.org/drawingml/2006/main" prst="rect">
            <a:avLst/>
          </a:prstGeom>
        </p:spPr>
      </p:pic>
      <p:pic>
        <p:nvPicPr>
          <p:cNvPr id="1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60e8d2f3546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1963" y="3573932"/>
            <a:ext cx="3490037" cy="328406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5EDCB-A474-4177-84CE-31A5C12C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143250"/>
            <a:ext cx="81438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238125" y="3143250"/>
          <a:ext xmlns:a="http://schemas.openxmlformats.org/drawingml/2006/main" cx="8143875" cy="27622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81125"/>
                <a:gridCol w="2381250"/>
                <a:gridCol w="4238625"/>
              </a:tblGrid>
              <a:tr h="4603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V4 / ATEX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Module eksternal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module eksternal.</a:t>
                      </a:r>
                    </a:p>
                  </a:txBody>
                  <a:tcPr marL="91440" marR="91440" marT="45720" marB="45720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 + ADS1256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OPA320 + ADS1256.</a:t>
                      </a:r>
                    </a:p>
                  </a:txBody>
                  <a:tcPr marL="91440" marR="91440" marT="45720" marB="45720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+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PCF8574 + SHT40.</a:t>
                      </a:r>
                    </a:p>
                  </a:txBody>
                  <a:tcPr marL="91440" marR="91440" marT="45720" marB="45720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/ nulling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+5VA; TCA/MCP per module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basis acquisition yang sama.</a:t>
                      </a:r>
                    </a:p>
                  </a:txBody>
                  <a:tcPr marL="91440" marR="91440" marT="45720" marB="45720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Perubahan terverifikasi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Profile firmware menambah jalur kontrol fan GPIO7; bukan bukti sertifikasi ATEX.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8608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48ce2da3341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1"/>
            <a:ext cx="3804248" cy="3523458"/>
          </a:xfrm>
          <a:prstGeom xmlns:a="http://schemas.openxmlformats.org/drawingml/2006/main" prst="rect">
            <a:avLst/>
          </a:prstGeom>
        </p:spPr>
      </p:pic>
      <p:pic>
        <p:nvPicPr>
          <p:cNvPr id="2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19e97eb2141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04250" y="1"/>
            <a:ext cx="3881460" cy="3493314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D7FA1F-8F6B-3C76-13EF-A9912F2F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260" y="2472079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V5</a:t>
            </a:r>
          </a:p>
        </p:txBody>
      </p:sp>
      <p:pic>
        <p:nvPicPr>
          <p:cNvPr id="31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d70e82e684d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3493314"/>
            <a:ext cx="3579962" cy="3364686"/>
          </a:xfrm>
          <a:prstGeom xmlns:a="http://schemas.openxmlformats.org/drawingml/2006/main" prst="rect">
            <a:avLst/>
          </a:prstGeom>
        </p:spPr>
      </p:pic>
      <p:pic>
        <p:nvPicPr>
          <p:cNvPr id="3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3c63f1f694a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9963" y="3493314"/>
            <a:ext cx="3770070" cy="3364686"/>
          </a:xfrm>
          <a:prstGeom xmlns:a="http://schemas.openxmlformats.org/drawingml/2006/main" prst="rect">
            <a:avLst/>
          </a:prstGeom>
        </p:spPr>
      </p:pic>
      <p:pic>
        <p:nvPicPr>
          <p:cNvPr id="33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3c57b9f4d49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1560" y="-30143"/>
            <a:ext cx="3756715" cy="3429001"/>
          </a:xfrm>
          <a:prstGeom xmlns:a="http://schemas.openxmlformats.org/drawingml/2006/main" prst="rect">
            <a:avLst/>
          </a:prstGeom>
        </p:spPr>
      </p:pic>
      <p:pic>
        <p:nvPicPr>
          <p:cNvPr id="34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e5ce1032fa4b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64711" y="3390232"/>
            <a:ext cx="3723564" cy="3510320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FE291E3-6C29-7C6D-5328-2C534832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85710" cy="3493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168292C-1875-2485-848F-7049A146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3481427"/>
            <a:ext cx="7346619" cy="3376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1755962-E175-8C59-34AF-B7FA967C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126" y="-30146"/>
            <a:ext cx="3662482" cy="6888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38142B-D828-49DC-B4A5-471383A1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52625"/>
            <a:ext cx="43338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7667625" y="1952625"/>
          <a:ext xmlns:a="http://schemas.openxmlformats.org/drawingml/2006/main" cx="4333875" cy="39052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28750"/>
                <a:gridCol w="2762250"/>
              </a:tblGrid>
              <a:tr h="55789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V5 adapter vs V4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slot/modul sensor pada PCB adapter.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 dan ADS1256 tidak ada pada adapter.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rail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PCF8574, TPS22919, dan TCA tidak ada pada adapter.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SHT40 tidak ada pada adapter.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tidak ada pada adapter.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Arti sistem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Bukan bukti sensor dihapus; V5 adalah board interface (E22, USB-UART, RS-485, OLED).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94087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D6BBE-8EE6-4437-9020-6751F5C9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E65CC-DEA8-4D96-9F62-0127264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Perbandingan GLD V1–V5: Posisi Sensor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D220E-EC79-4CD0-8AA1-4B416BAF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Versi visual dibandingkan dari artefak PCB yang tersedia. Detail mapping header yang lengkap hanya terverifikasi untuk GLD2.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23875" y="1143000"/>
          <a:ext xmlns:a="http://schemas.openxmlformats.org/drawingml/2006/main" cx="11144250" cy="4857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33500"/>
                <a:gridCol w="3524250"/>
                <a:gridCol w="3048000"/>
                <a:gridCol w="3238500"/>
              </a:tblGrid>
              <a:tr h="8096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Versi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Akuisisi / sensor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Perubahan board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Batas bukti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ADS1256, TCA9548A, MCP4725; blok analog OPA333/LM321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Baseline visual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mapping header lengkap yang dipasangkan ke slide V1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8 slot: PCF+TPS22919, TCA, MCP4725, ADS1256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Pemetaan H2/H1/H3–H8 terverifikasi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Bukti wiring dan hasil nulling 8/8 pada COM3 historis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BOM IC utama sama dengan GLD2 source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penggantian IC utama yang ditemukan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menyamakan layout fisik tanpa source per-version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V4 / ATEX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Basis acquisition tetap sama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Fan GPIO7 pada profile firmware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Bukan bukti sertifikasi ATEX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muncul pada layout adapter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Adapter: E22/USB-UART/RS-485/OLED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boleh disimpulkan bahwa sensor module hilang dari sistem lengkap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175121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6A1CF2-EECA-631B-935A-4711EDF68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37D54F-FA0B-8219-D116-8F70A923F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34491403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9b4b36ebca4f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66698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ed9fd86d7b4e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66698" y="0"/>
            <a:ext cx="166207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85AFDA-A827-58E7-2B17-4430ECD0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949" y="3347049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844937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b8a93ea6449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6096000" cy="5903651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e63b108ad40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3891" y="0"/>
            <a:ext cx="6308108" cy="5903651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5C5D6F-7AEB-FF0E-A675-FBF3997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369" y="6167887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819817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6394e8a7cb41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06947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27891e18544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6947" y="0"/>
            <a:ext cx="1509076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D7AD532-AC21-DEF7-0FBC-8E37D3CA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913" y="3244334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V3</a:t>
            </a:r>
          </a:p>
        </p:txBody>
      </p:sp>
    </p:spTree>
    <p:extLst>
      <p:ext uri="{BB962C8B-B14F-4D97-AF65-F5344CB8AC3E}">
        <p14:creationId xmlns:p14="http://schemas.microsoft.com/office/powerpoint/2010/main" val="76002928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0203EE-4311-45E6-818C-0A7B356B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1873C-549B-4483-8407-E8C52F07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Dari Sensor Module ke 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43578-15BA-4CED-9E2C-E37D7BFD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CH tidak membaca AIN/ADC sensor secara langsung; perannya adalah menerima dan meneruskan data GLD melalui radio E22.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9353A-3F0A-4856-A8A6-09D99F4A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CCCED-7E08-4BA6-A041-9ED9BBBB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A9690-9799-4BA5-A0F6-D3F722A4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478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Sensor module ×8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CF3C5-77B4-48FB-BD64-FC74044F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71675"/>
            <a:ext cx="1885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Elemen MQ menghasilkan sinyal analog. EN, I2C cabang, dan AIN kembali ke motherboard GLD.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7C280-07FE-43FD-BB78-FC8D82E5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5A6E7-1066-4837-886F-373494FC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2400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47D4F-CBE4-4CA7-9182-AD566529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69A81-836B-4375-94C3-8B05C4BA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64782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acquisition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1C1F4-C520-46D9-8A4B-661B87F8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971675"/>
            <a:ext cx="2076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PCF/TPS22919: daya; TCA/MCP: pilih &amp; nulling; ADS1256: konversi analog ke data; ESP32-S3: proses.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A5276-ED23-4760-B933-7ED1F999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DC450-64BF-4C75-87FE-72E3CEE6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24000"/>
            <a:ext cx="2000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CA009-6B68-4F0D-940D-C4CC6AE7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A5E93C-52F1-499E-8258-2559155E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6478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E22 pada GLD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957E88-F0D3-4323-9EB5-3D5224A9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71675"/>
            <a:ext cx="1695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Radio membawa telemetri/data yang sudah dibentuk oleh GLD; bukan sinyal sensor analog.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F9984E-96EF-4A42-80A2-326EE7EF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5711CC-D109-4F7A-AA13-3BBC4C11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24000"/>
            <a:ext cx="1238250" cy="1714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7DF065-DC13-4EFB-9D0A-8CE77EA6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C74A3A-986A-4D4C-829D-30FA0636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4782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5BDBB5-052B-4871-8856-53767E7E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971675"/>
            <a:ext cx="933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Dual E22 menerima/relay data.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7F4E05-A243-46BF-840D-8EE25F48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38625"/>
            <a:ext cx="8953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2D8B1E-908B-4A02-8727-0CEB8201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386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DDB2AA-A602-41E2-A556-981B9B44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62450"/>
            <a:ext cx="864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Bukti CH yang tersedia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4215E0-71FE-4BB4-AAB6-78F3C4F5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86300"/>
            <a:ext cx="8648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Source dualRadioCH_E220Ver4 membuktikan ESP32-S3, dua E22, BQ25185, TPS63020, TLV70233, TPL5010 dan CH340. Mapping radio/profile firmware ada, tetapi source tidak dipasangkan tegas ke gambar CH V1–V3 di deck.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B450B8-01BD-49A7-8286-5A07652D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2708A"/>
                </a:solidFill>
                <a:latin typeface="Aptos"/>
                <a:ea typeface="Aptos"/>
                <a:cs typeface="Aptos"/>
              </a:rPr>
              <a:t>Batas klaim: alur hardware/board source; tidak menyatakan keberhasilan komunikasi RF, relay CH, gateway, atau server di lapangan.</a:t>
            </a:r>
          </a:p>
        </p:txBody>
      </p:sp>
    </p:spTree>
    <p:extLst>
      <p:ext uri="{BB962C8B-B14F-4D97-AF65-F5344CB8AC3E}">
        <p14:creationId xmlns:p14="http://schemas.microsoft.com/office/powerpoint/2010/main" val="210798224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819F5-D9E2-458A-B8CC-29C3D10A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74320-9D27-4193-9A47-1550B3F8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Perbandingan CH V1–V3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71AD4-0DFF-4A1E-B35F-E25B0DB7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Peran CH terhadap sensor: menerima paket LoRa dari GLD; tidak berfungsi sebagai ADC/board sensor module.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23875" y="1190625"/>
          <a:ext xmlns:a="http://schemas.openxmlformats.org/drawingml/2006/main" cx="11144250" cy="45720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571625"/>
                <a:gridCol w="3714750"/>
                <a:gridCol w="3286125"/>
                <a:gridCol w="2571750"/>
              </a:tblGrid>
              <a:tr h="9144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Versi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Bukti di deck/repo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Hubungan ke sensor module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Status teknis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Menerima data GLD via radio (fungsi per-IC belum dapat dipetakan)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Perubahan IC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berada setelah GLD/E22 dalam rantai 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Perubahan IC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bukan jalur analog atau pengendali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Perubahan IC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Source CH E220 Ver4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ESP32-S3, 2×E22, BQ25185, TPS63020, TLV70233, TPL5010, CH340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Menerima/relay paket LoRa yang dikirim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Referensi board source; bukan pemetaan pasti ke V1–V3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F37E9-A351-47A9-AD81-A1B4F6E9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1047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50354-EFDE-41AF-B4C6-5A61ADBA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76950"/>
            <a:ext cx="1021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6324A"/>
                </a:solidFill>
                <a:latin typeface="Aptos"/>
                <a:ea typeface="Aptos"/>
                <a:cs typeface="Aptos"/>
              </a:rPr>
              <a:t>Agar perbandingan CH V1–V3 menjadi pasti, diperlukan source EasyEDA/PCB JSON atau BOM yang secara eksplisit menyebut masing-masing versi tersebut.</a:t>
            </a:r>
          </a:p>
        </p:txBody>
      </p:sp>
    </p:spTree>
    <p:extLst>
      <p:ext uri="{BB962C8B-B14F-4D97-AF65-F5344CB8AC3E}">
        <p14:creationId xmlns:p14="http://schemas.microsoft.com/office/powerpoint/2010/main" val="122826666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2026-10-02T04:39:30.7200000Z</dcterms:created>
  <dcterms:modified xsi:type="dcterms:W3CDTF">2026-10-02T04:39:30.7200000Z</dcterms:modified>
</coreProperties>
</file>