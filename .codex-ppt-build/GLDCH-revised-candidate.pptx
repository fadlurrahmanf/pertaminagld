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da6afd701b4076" /><Relationship Type="http://schemas.openxmlformats.org/officeDocument/2006/relationships/extended-properties" Target="/docProps/app.xml" Id="Rb35620c3fd674d84" /><Relationship Type="http://schemas.openxmlformats.org/officeDocument/2006/relationships/officeDocument" Target="/ppt/presentation.xml" Id="Rcfc6e345d2a647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0eb18bafa644af"/>
  </p:sldMasterIdLst>
  <p:notesMasterIdLst>
    <p:notesMasterId xmlns:r="http://schemas.openxmlformats.org/officeDocument/2006/relationships" r:id="R728889dc417e40c4"/>
  </p:notesMasterIdLst>
  <p:sldIdLst>
    <p:sldId xmlns:r="http://schemas.openxmlformats.org/officeDocument/2006/relationships" id="256" r:id="R089fa9b71ce145da"/>
    <p:sldId xmlns:r="http://schemas.openxmlformats.org/officeDocument/2006/relationships" id="257" r:id="R15cad6fa15d348b9"/>
    <p:sldId xmlns:r="http://schemas.openxmlformats.org/officeDocument/2006/relationships" id="258" r:id="R8562eadd59f84da4"/>
    <p:sldId xmlns:r="http://schemas.openxmlformats.org/officeDocument/2006/relationships" id="259" r:id="R90b9fb6e9d374d35"/>
    <p:sldId xmlns:r="http://schemas.openxmlformats.org/officeDocument/2006/relationships" id="260" r:id="R030b7fe60c5946b9"/>
    <p:sldId xmlns:r="http://schemas.openxmlformats.org/officeDocument/2006/relationships" id="261" r:id="R9bd7678abd56456c"/>
    <p:sldId xmlns:r="http://schemas.openxmlformats.org/officeDocument/2006/relationships" id="262" r:id="Rd2f8196611a0418b"/>
    <p:sldId xmlns:r="http://schemas.openxmlformats.org/officeDocument/2006/relationships" id="263" r:id="Re34a549e181d4655"/>
    <p:sldId xmlns:r="http://schemas.openxmlformats.org/officeDocument/2006/relationships" id="264" r:id="Rd45e156430e44dda"/>
    <p:sldId xmlns:r="http://schemas.openxmlformats.org/officeDocument/2006/relationships" id="265" r:id="Rc7a24b1bd3704f60"/>
    <p:sldId xmlns:r="http://schemas.openxmlformats.org/officeDocument/2006/relationships" id="266" r:id="R216d7c71c8ae42ad"/>
    <p:sldId xmlns:r="http://schemas.openxmlformats.org/officeDocument/2006/relationships" id="267" r:id="R49f81435422a40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3caf3bc6394c38" /><Relationship Type="http://schemas.openxmlformats.org/officeDocument/2006/relationships/slideMaster" Target="/ppt/slideMasters/slideMaster1.xml" Id="R630eb18bafa644af" /><Relationship Type="http://schemas.openxmlformats.org/officeDocument/2006/relationships/notesMaster" Target="/ppt/notesMasters/notesMaster1.xml" Id="R728889dc417e40c4" /><Relationship Type="http://schemas.openxmlformats.org/officeDocument/2006/relationships/presProps" Target="/ppt/presProps.xml" Id="Rd9ede4cd06ff4fbb" /><Relationship Type="http://schemas.openxmlformats.org/officeDocument/2006/relationships/viewProps" Target="/ppt/viewProps.xml" Id="R1f8c31dc1e2d4b30" /><Relationship Type="http://schemas.openxmlformats.org/officeDocument/2006/relationships/tableStyles" Target="/ppt/tableStyles.xml" Id="R2149ae1dd9b54852" /><Relationship Type="http://schemas.openxmlformats.org/officeDocument/2006/relationships/slide" Target="/ppt/slides/slide1.xml" Id="R089fa9b71ce145da" /><Relationship Type="http://schemas.openxmlformats.org/officeDocument/2006/relationships/slide" Target="/ppt/slides/slide2.xml" Id="R15cad6fa15d348b9" /><Relationship Type="http://schemas.openxmlformats.org/officeDocument/2006/relationships/slide" Target="/ppt/slides/slide3.xml" Id="R8562eadd59f84da4" /><Relationship Type="http://schemas.openxmlformats.org/officeDocument/2006/relationships/slide" Target="/ppt/slides/slide4.xml" Id="R90b9fb6e9d374d35" /><Relationship Type="http://schemas.openxmlformats.org/officeDocument/2006/relationships/slide" Target="/ppt/slides/slide5.xml" Id="R030b7fe60c5946b9" /><Relationship Type="http://schemas.openxmlformats.org/officeDocument/2006/relationships/slide" Target="/ppt/slides/slide6.xml" Id="R9bd7678abd56456c" /><Relationship Type="http://schemas.openxmlformats.org/officeDocument/2006/relationships/slide" Target="/ppt/slides/slide7.xml" Id="Rd2f8196611a0418b" /><Relationship Type="http://schemas.openxmlformats.org/officeDocument/2006/relationships/slide" Target="/ppt/slides/slide8.xml" Id="Re34a549e181d4655" /><Relationship Type="http://schemas.openxmlformats.org/officeDocument/2006/relationships/slide" Target="/ppt/slides/slide9.xml" Id="Rd45e156430e44dda" /><Relationship Type="http://schemas.openxmlformats.org/officeDocument/2006/relationships/slide" Target="/ppt/slides/slide10.xml" Id="Rc7a24b1bd3704f60" /><Relationship Type="http://schemas.openxmlformats.org/officeDocument/2006/relationships/slide" Target="/ppt/slides/slide11.xml" Id="R216d7c71c8ae42ad" /><Relationship Type="http://schemas.openxmlformats.org/officeDocument/2006/relationships/slide" Target="/ppt/slides/slide12.xml" Id="R49f81435422a40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7b01a21fd943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07cf1553824797" /><Relationship Type="http://schemas.openxmlformats.org/officeDocument/2006/relationships/notesMaster" Target="/ppt/notesMasters/notesMaster1.xml" Id="Rc27ed8462c5d4d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e0dfc4be164d88" /><Relationship Type="http://schemas.openxmlformats.org/officeDocument/2006/relationships/notesMaster" Target="/ppt/notesMasters/notesMaster1.xml" Id="R8f091020b742468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30de8240f041a3" /><Relationship Type="http://schemas.openxmlformats.org/officeDocument/2006/relationships/notesMaster" Target="/ppt/notesMasters/notesMaster1.xml" Id="R804b522d69c84b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79e95424f04eb9" /><Relationship Type="http://schemas.openxmlformats.org/officeDocument/2006/relationships/notesMaster" Target="/ppt/notesMasters/notesMaster1.xml" Id="R467f8855cfde4a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6e734c55194e4a" /><Relationship Type="http://schemas.openxmlformats.org/officeDocument/2006/relationships/notesMaster" Target="/ppt/notesMasters/notesMaster1.xml" Id="Ra2aee8fe9e7040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d4f423c1b74675" /><Relationship Type="http://schemas.openxmlformats.org/officeDocument/2006/relationships/notesMaster" Target="/ppt/notesMasters/notesMaster1.xml" Id="Ra3ff115f26be4fc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8e4b29823a44765" /><Relationship Type="http://schemas.openxmlformats.org/officeDocument/2006/relationships/notesMaster" Target="/ppt/notesMasters/notesMaster1.xml" Id="R4363825c68784f9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93be7486d44a6e" /><Relationship Type="http://schemas.openxmlformats.org/officeDocument/2006/relationships/notesMaster" Target="/ppt/notesMasters/notesMaster1.xml" Id="R7923359abc2b47a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dd150f4231344a3" /><Relationship Type="http://schemas.openxmlformats.org/officeDocument/2006/relationships/notesMaster" Target="/ppt/notesMasters/notesMaster1.xml" Id="Re81dfb5110664f0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c99cda554f6472f" /><Relationship Type="http://schemas.openxmlformats.org/officeDocument/2006/relationships/notesMaster" Target="/ppt/notesMasters/notesMaster1.xml" Id="R7f09831b899a44e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90e3d90c7f64bfd" /><Relationship Type="http://schemas.openxmlformats.org/officeDocument/2006/relationships/notesMaster" Target="/ppt/notesMasters/notesMaster1.xml" Id="R61b379a5fd394d6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851e68486a5438d" /><Relationship Type="http://schemas.openxmlformats.org/officeDocument/2006/relationships/notesMaster" Target="/ppt/notesMasters/notesMaster1.xml" Id="R8d066f3c86654a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f180904c124b3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d3712fec91472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295039a06b4db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adc4dae12447d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ba739ee640492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a0e9fdb40447c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621bdadf584ed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96aa39c46f480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605186e426488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3a86cbb65446e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55e31b5ce64c5a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A5770DE-D7B8-6AC6-27A9-E90AE4D4A5E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99E318C-98DE-239D-0ED3-DFA528F8B0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0D69A4F-4C87-3383-7DAF-3B67D4596F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3E14844-69D7-68C2-DDA9-9C8AA187C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C54F0CC-47AB-6C28-8E5E-9C3F8B654C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01A5405-2043-67A6-F275-650556C467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8FEF342-D8F0-E137-A37F-8ED041F3A75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31CB9FE-39F2-C98A-E1E7-D1A291BF6A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4834A0-A5A1-D764-9CD2-297E2F389D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17D40D-A336-7C74-6566-EC7CD4F8D5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F1DBFB-ED13-0757-9E35-6A7FE22F4B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2BC7510-D8DE-3829-6C3F-7002E27610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E8DFF44-0F3F-72C1-0115-0E3E8EB6F3A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BFE42E7-DA5D-A2FF-80A8-9DAD39D8064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437A6C5-D0BC-A300-A01A-FADB1B7C37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391804-E379-0F8D-3184-CF668E05C1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0253ADF-276E-5F7D-1E23-FA3ED417B4C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CC8DA79-7310-6F0B-638F-D278084F941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27CA5FF-84CD-6901-160A-207265CB35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2AFE447-F564-84FF-0568-9A139C90A3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1F56806-13F1-9963-5152-D07C368702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E2068FD-998E-6CD2-403D-30FC36C5DE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902DE55-05BC-5C52-7E5F-DB889F5133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E5145A8-AD96-520C-B55E-D087C0D30D3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60DB2F5-1D26-BD61-8287-3D9A0E9C192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A6D990A9-4F6A-4D6F-2738-5ED9C418DBE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2A504D1-D0DB-D4C5-8DEC-F06492B835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EF7C76A-28B4-C567-D017-05757F86B29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61FBF36E-5B24-D41F-7EC7-B6DBCB52C6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3572B5D-22ED-1725-BCEC-411596254C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0D40DC1-B8C0-DA75-CD44-4685242F33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92D28A6E-5B20-0AC7-A17D-92FD31FAA7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B141F6D-CC52-2BBD-84FA-3086173779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F74D7803-B9C0-49FA-16BF-61DF2946D6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0CF81A3A-9351-BC20-F13E-7EBCB8B08A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237F58D-6BEC-EA2F-3757-005AC22F28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2D12C9F-AF3A-2F28-E32D-6D00FACB5B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C790251-712A-55D8-BDEF-712F4951A78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5052317-62A4-8CD4-CB42-8DF6031D123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86A8E56-4291-4964-F5ED-BB58F51475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9BCB4B4-16C5-AC60-B9FD-2F67C1444D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B329344-D265-EF06-AF8D-A34A738D36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C5721FF-EEAC-5B2D-9868-67ED6DE2E0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0835429-81A3-D47F-328A-C34AB786ACE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2A26BA7-2103-A4CB-CD65-8F831A80223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CE1ABE4-61D5-0C44-2087-35BCCEFAC2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FC8396F-888E-1B7F-01EE-C66DDEE74F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5306669-5D3E-30F4-F081-DD48976A24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54E69E-A52E-FF2A-1E0F-4050BA18D8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651C0BA-3F8F-14B1-56CB-78EB2BD3BF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597A66-CF77-3C5D-21D4-3FF10F6F5A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A32B246-5B35-CBB7-595B-5931935A35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35D5AF-83D9-702C-9833-8DAEE9110D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BE4465AA-32DC-5F6D-2627-CB853B6757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669CD34-96A1-6ECF-6068-6A9C218D03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AD6C65B-9E4D-59AF-2C5C-89463B3CAF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81F77B0-320A-B19B-4277-35469F1641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34C5E85-57E6-2E18-0995-0D0723E97B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cd93705c394013" /><Relationship Type="http://schemas.openxmlformats.org/officeDocument/2006/relationships/slideLayout" Target="/ppt/slideLayouts/slideLayout1.xml" Id="Rc1a1471eb3914489" /><Relationship Type="http://schemas.openxmlformats.org/officeDocument/2006/relationships/slideLayout" Target="/ppt/slideLayouts/slideLayout2.xml" Id="Rfeb5a55c7fa54c1f" /><Relationship Type="http://schemas.openxmlformats.org/officeDocument/2006/relationships/slideLayout" Target="/ppt/slideLayouts/slideLayout3.xml" Id="R1ce35df7380c49e1" /><Relationship Type="http://schemas.openxmlformats.org/officeDocument/2006/relationships/slideLayout" Target="/ppt/slideLayouts/slideLayout4.xml" Id="R75ce4d5a3ae644b5" /><Relationship Type="http://schemas.openxmlformats.org/officeDocument/2006/relationships/slideLayout" Target="/ppt/slideLayouts/slideLayout5.xml" Id="R9da27f43a0554e96" /><Relationship Type="http://schemas.openxmlformats.org/officeDocument/2006/relationships/slideLayout" Target="/ppt/slideLayouts/slideLayout6.xml" Id="R49d345ef6ba94dfb" /><Relationship Type="http://schemas.openxmlformats.org/officeDocument/2006/relationships/slideLayout" Target="/ppt/slideLayouts/slideLayout7.xml" Id="R60b496ca019a41bd" /><Relationship Type="http://schemas.openxmlformats.org/officeDocument/2006/relationships/slideLayout" Target="/ppt/slideLayouts/slideLayout8.xml" Id="R2e9058bbdf484589" /><Relationship Type="http://schemas.openxmlformats.org/officeDocument/2006/relationships/slideLayout" Target="/ppt/slideLayouts/slideLayout9.xml" Id="Rab94fb937404406a" /><Relationship Type="http://schemas.openxmlformats.org/officeDocument/2006/relationships/slideLayout" Target="/ppt/slideLayouts/slideLayout10.xml" Id="Rf0077ca54cea4904" /><Relationship Type="http://schemas.openxmlformats.org/officeDocument/2006/relationships/slideLayout" Target="/ppt/slideLayouts/slideLayout11.xml" Id="Rfb72c74bae4546f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64EB340-A8A5-E4AC-0033-61A7A20368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CAB4A00-EF67-5329-311B-0DFF290EFC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DC1F5C3-A744-26F9-39D8-89BAA4BC0BE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999019D-BD56-64CD-C655-E162D1DEC8F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5BDE40B-E82A-7E15-F88A-1722A93704D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a1471eb3914489"/>
    <p:sldLayoutId xmlns:r="http://schemas.openxmlformats.org/officeDocument/2006/relationships" id="2147483650" r:id="Rfeb5a55c7fa54c1f"/>
    <p:sldLayoutId xmlns:r="http://schemas.openxmlformats.org/officeDocument/2006/relationships" id="2147483651" r:id="R1ce35df7380c49e1"/>
    <p:sldLayoutId xmlns:r="http://schemas.openxmlformats.org/officeDocument/2006/relationships" id="2147483652" r:id="R75ce4d5a3ae644b5"/>
    <p:sldLayoutId xmlns:r="http://schemas.openxmlformats.org/officeDocument/2006/relationships" id="2147483653" r:id="R9da27f43a0554e96"/>
    <p:sldLayoutId xmlns:r="http://schemas.openxmlformats.org/officeDocument/2006/relationships" id="2147483654" r:id="R49d345ef6ba94dfb"/>
    <p:sldLayoutId xmlns:r="http://schemas.openxmlformats.org/officeDocument/2006/relationships" id="2147483655" r:id="R60b496ca019a41bd"/>
    <p:sldLayoutId xmlns:r="http://schemas.openxmlformats.org/officeDocument/2006/relationships" id="2147483656" r:id="R2e9058bbdf484589"/>
    <p:sldLayoutId xmlns:r="http://schemas.openxmlformats.org/officeDocument/2006/relationships" id="2147483657" r:id="Rab94fb937404406a"/>
    <p:sldLayoutId xmlns:r="http://schemas.openxmlformats.org/officeDocument/2006/relationships" id="2147483658" r:id="Rf0077ca54cea4904"/>
    <p:sldLayoutId xmlns:r="http://schemas.openxmlformats.org/officeDocument/2006/relationships" id="2147483659" r:id="Rfb72c74bae4546f8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4a02a999bd1408c" /><Relationship Type="http://schemas.openxmlformats.org/officeDocument/2006/relationships/notesSlide" Target="/ppt/notesSlides/notesSlide1.xml" Id="R5a1ab53972ec4e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5cb1ffc8cd4bc4" /><Relationship Type="http://schemas.openxmlformats.org/officeDocument/2006/relationships/image" Target="/ppt/media/image.png" Id="R86a1ac3026f44ae6" /><Relationship Type="http://schemas.openxmlformats.org/officeDocument/2006/relationships/image" Target="/ppt/media/image2.png" Id="R23af6e131f6b4442" /><Relationship Type="http://schemas.openxmlformats.org/officeDocument/2006/relationships/notesSlide" Target="/ppt/notesSlides/notesSlide2.xml" Id="R8776555805e240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b4247e162dc4ee8" /><Relationship Type="http://schemas.openxmlformats.org/officeDocument/2006/relationships/notesSlide" Target="/ppt/notesSlides/notesSlide3.xml" Id="R452b40f4f71d4f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771dced2e946ee" /><Relationship Type="http://schemas.openxmlformats.org/officeDocument/2006/relationships/image" Target="/ppt/media/image3.png" Id="R6ce564cebc224cac" /><Relationship Type="http://schemas.openxmlformats.org/officeDocument/2006/relationships/image" Target="/ppt/media/image4.png" Id="R53c23cc1bd5f4296" /><Relationship Type="http://schemas.openxmlformats.org/officeDocument/2006/relationships/notesSlide" Target="/ppt/notesSlides/notesSlide4.xml" Id="Rdb60f08a818f43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cfa4a51561d405c" /><Relationship Type="http://schemas.openxmlformats.org/officeDocument/2006/relationships/image" Target="/ppt/media/image5.png" Id="Rb4dd99b1fec44f75" /><Relationship Type="http://schemas.openxmlformats.org/officeDocument/2006/relationships/image" Target="/ppt/media/image6.png" Id="R411d3fadf7f94b52" /><Relationship Type="http://schemas.openxmlformats.org/officeDocument/2006/relationships/notesSlide" Target="/ppt/notesSlides/notesSlide5.xml" Id="R9e759ba1f8a346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091a9d4cc4a4933" /><Relationship Type="http://schemas.openxmlformats.org/officeDocument/2006/relationships/image" Target="/ppt/media/image7.png" Id="R2ba8e86608e04a30" /><Relationship Type="http://schemas.openxmlformats.org/officeDocument/2006/relationships/image" Target="/ppt/media/image8.png" Id="R284271bf260b4ca0" /><Relationship Type="http://schemas.openxmlformats.org/officeDocument/2006/relationships/notesSlide" Target="/ppt/notesSlides/notesSlide6.xml" Id="Rd143a928812444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eb42b83b41c4c7c" /><Relationship Type="http://schemas.openxmlformats.org/officeDocument/2006/relationships/image" Target="/ppt/media/image9.png" Id="R539e142df29c4f8b" /><Relationship Type="http://schemas.openxmlformats.org/officeDocument/2006/relationships/image" Target="/ppt/media/image10.png" Id="R63e78f81f7ec4d7f" /><Relationship Type="http://schemas.openxmlformats.org/officeDocument/2006/relationships/notesSlide" Target="/ppt/notesSlides/notesSlide7.xml" Id="Rd3036d412a75428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87d126134f748a4" /><Relationship Type="http://schemas.openxmlformats.org/officeDocument/2006/relationships/image" Target="/ppt/media/image11.png" Id="R42e7a50a7acc4b0b" /><Relationship Type="http://schemas.openxmlformats.org/officeDocument/2006/relationships/image" Target="/ppt/media/image12.png" Id="R99ab8dc5d6eb4aa7" /><Relationship Type="http://schemas.openxmlformats.org/officeDocument/2006/relationships/image" Target="/ppt/media/image13.png" Id="R220269e3250148a9" /><Relationship Type="http://schemas.openxmlformats.org/officeDocument/2006/relationships/image" Target="/ppt/media/image14.png" Id="R106e7af18dd94094" /><Relationship Type="http://schemas.openxmlformats.org/officeDocument/2006/relationships/image" Target="/ppt/media/image15.png" Id="R174740f615fe4ebd" /><Relationship Type="http://schemas.openxmlformats.org/officeDocument/2006/relationships/image" Target="/ppt/media/image16.png" Id="R6164658077814c96" /><Relationship Type="http://schemas.openxmlformats.org/officeDocument/2006/relationships/notesSlide" Target="/ppt/notesSlides/notesSlide8.xml" Id="Ra54e32437aa24aa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d255cf0db5e45c5" /><Relationship Type="http://schemas.openxmlformats.org/officeDocument/2006/relationships/notesSlide" Target="/ppt/notesSlides/notesSlide9.xml" Id="R50815d482d6f43b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bccaff9c2064e81" /><Relationship Type="http://schemas.openxmlformats.org/officeDocument/2006/relationships/image" Target="/ppt/media/image17.png" Id="Re32825212c91422a" /><Relationship Type="http://schemas.openxmlformats.org/officeDocument/2006/relationships/image" Target="/ppt/media/image18.png" Id="R4e2b01a68bf14f68" /><Relationship Type="http://schemas.openxmlformats.org/officeDocument/2006/relationships/notesSlide" Target="/ppt/notesSlides/notesSlide10.xml" Id="R9b2ce9ad0b644bc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188a7a1646b4f58" /><Relationship Type="http://schemas.openxmlformats.org/officeDocument/2006/relationships/image" Target="/ppt/media/image19.png" Id="R1f77ccd2252e4666" /><Relationship Type="http://schemas.openxmlformats.org/officeDocument/2006/relationships/image" Target="/ppt/media/image20.png" Id="R7a35bee965514a3e" /><Relationship Type="http://schemas.openxmlformats.org/officeDocument/2006/relationships/notesSlide" Target="/ppt/notesSlides/notesSlide11.xml" Id="Re5f79f73d62648e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63d9a9fda0e42d0" /><Relationship Type="http://schemas.openxmlformats.org/officeDocument/2006/relationships/image" Target="/ppt/media/image21.png" Id="R08ecb39ba9174751" /><Relationship Type="http://schemas.openxmlformats.org/officeDocument/2006/relationships/image" Target="/ppt/media/image22.png" Id="R0ef759049c9c4e7e" /><Relationship Type="http://schemas.openxmlformats.org/officeDocument/2006/relationships/notesSlide" Target="/ppt/notesSlides/notesSlide12.xml" Id="R0fc3cdd7fb5945c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9DF2C75-CD5E-3026-3669-3EE3BD7E8B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GLD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51D823A-5A52-7386-FAED-FFBB5692F1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276475484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a1ac3026f44a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096000" cy="5442609"/>
          </a:xfrm>
          <a:prstGeom xmlns:a="http://schemas.openxmlformats.org/drawingml/2006/main" prst="rect">
            <a:avLst/>
          </a:prstGeom>
        </p:spPr>
      </p:pic>
      <p:pic>
        <p:nvPicPr>
          <p:cNvPr id="14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af6e131f6b44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77606" y="0"/>
            <a:ext cx="5914393" cy="5442609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5962A1A-AD75-A2D0-6254-9E6B3710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V1</a:t>
            </a:r>
            <a:endParaRPr/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CA0CDB-1757-4B5F-91BC-6D0A0AD3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85850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8AFB83-B236-4DAE-A11E-370F203C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72125"/>
            <a:ext cx="10591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74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6324A"/>
                </a:solidFill>
              </a:defRPr>
            </a:pPr>
            <a:r>
              <a:rPr sz="1350">
                <a:solidFill>
                  <a:srgbClr val="16324A"/>
                </a:solidFill>
              </a:rPr>
              <a:t>Baseline: layout awal modul sensor dan I/O.</a:t>
            </a:r>
          </a:p>
        </p:txBody>
      </p:sp>
    </p:spTree>
    <p:extLst>
      <p:ext uri="{BB962C8B-B14F-4D97-AF65-F5344CB8AC3E}">
        <p14:creationId xmlns:p14="http://schemas.microsoft.com/office/powerpoint/2010/main" val="63059427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1F89975-B516-863C-58D2-9143F4D8F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GLD Low Power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4A0FD33-23AE-0D86-973E-A98B762E8C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17830095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e564cebc224c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5912429" cy="5615796"/>
          </a:xfrm>
          <a:prstGeom xmlns:a="http://schemas.openxmlformats.org/drawingml/2006/main" prst="rect">
            <a:avLst/>
          </a:prstGeom>
        </p:spPr>
      </p:pic>
      <p:pic>
        <p:nvPicPr>
          <p:cNvPr id="1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c23cc1bd5f42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53133" y="0"/>
            <a:ext cx="5538867" cy="5615796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0B76A92-7D82-8F4D-9033-73852390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366" y="6150634"/>
            <a:ext cx="207140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Sensor MQ Module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8611229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dd99b1fec44f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101837" cy="4942936"/>
          </a:xfrm>
          <a:prstGeom xmlns:a="http://schemas.openxmlformats.org/drawingml/2006/main" prst="rect">
            <a:avLst/>
          </a:prstGeom>
        </p:spPr>
      </p:pic>
      <p:pic>
        <p:nvPicPr>
          <p:cNvPr id="1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1d3fadf7f94b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4012" y="0"/>
            <a:ext cx="5297988" cy="5011947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EE277E7-003F-00A9-6646-268A83A8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C4BD22-DE15-4DCB-B69C-C82A8987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85850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C54579-F8F8-4B2D-8F55-CA002A63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72125"/>
            <a:ext cx="10591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74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6324A"/>
                </a:solidFill>
              </a:defRPr>
            </a:pPr>
            <a:r>
              <a:rPr sz="1350">
                <a:solidFill>
                  <a:srgbClr val="16324A"/>
                </a:solidFill>
              </a:rPr>
              <a:t>Vs V1: komponen kontrol dan daya lebih terintegrasi. Perbaikan: penataan jalur daya/kontrol.</a:t>
            </a:r>
          </a:p>
        </p:txBody>
      </p:sp>
    </p:spTree>
    <p:extLst>
      <p:ext uri="{BB962C8B-B14F-4D97-AF65-F5344CB8AC3E}">
        <p14:creationId xmlns:p14="http://schemas.microsoft.com/office/powerpoint/2010/main" val="110863069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a8e86608e04a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096000" cy="5314107"/>
          </a:xfrm>
          <a:prstGeom xmlns:a="http://schemas.openxmlformats.org/drawingml/2006/main" prst="rect">
            <a:avLst/>
          </a:prstGeom>
        </p:spPr>
      </p:pic>
      <p:pic>
        <p:nvPicPr>
          <p:cNvPr id="1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4271bf260b4c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4809" y="0"/>
            <a:ext cx="5617192" cy="5314106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84801CB-19CB-563E-C535-2E2185C9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E41F89-8770-4AA4-9CAE-9E85AB0F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85850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CAEBDE-9D52-4E07-87A3-6CBA9726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72125"/>
            <a:ext cx="10591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74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6324A"/>
                </a:solidFill>
              </a:defRPr>
            </a:pPr>
            <a:r>
              <a:rPr sz="1350">
                <a:solidFill>
                  <a:srgbClr val="16324A"/>
                </a:solidFill>
              </a:rPr>
              <a:t>Vs V2: posisi konektor dan komponen berubah. Perbaikan: tata letak board dirapikan.</a:t>
            </a:r>
          </a:p>
        </p:txBody>
      </p:sp>
    </p:spTree>
    <p:extLst>
      <p:ext uri="{BB962C8B-B14F-4D97-AF65-F5344CB8AC3E}">
        <p14:creationId xmlns:p14="http://schemas.microsoft.com/office/powerpoint/2010/main" val="39805332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9e142df29c4f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099801" cy="5236234"/>
          </a:xfrm>
          <a:prstGeom xmlns:a="http://schemas.openxmlformats.org/drawingml/2006/main" prst="rect">
            <a:avLst/>
          </a:prstGeom>
        </p:spPr>
      </p:pic>
      <p:pic>
        <p:nvPicPr>
          <p:cNvPr id="1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e78f81f7ec4d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40579" y="0"/>
            <a:ext cx="5451421" cy="5236234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39D4CE2-C7EF-B863-2B57-4F7C96A0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4E143C-6994-433F-813C-7AE2C372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85850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20088A-F4C9-4BBA-8240-7E04879C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72125"/>
            <a:ext cx="10591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74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6324A"/>
                </a:solidFill>
              </a:defRPr>
            </a:pPr>
            <a:r>
              <a:rPr sz="1350">
                <a:solidFill>
                  <a:srgbClr val="16324A"/>
                </a:solidFill>
              </a:rPr>
              <a:t>Vs V3: GLD4 adalah varian ATEX. Perbaikan: penyesuaian desain untuk varian ATEX.</a:t>
            </a:r>
          </a:p>
        </p:txBody>
      </p:sp>
    </p:spTree>
    <p:extLst>
      <p:ext uri="{BB962C8B-B14F-4D97-AF65-F5344CB8AC3E}">
        <p14:creationId xmlns:p14="http://schemas.microsoft.com/office/powerpoint/2010/main" val="77986080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e7a50a7acc4b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1"/>
            <a:ext cx="3804248" cy="3523458"/>
          </a:xfrm>
          <a:prstGeom xmlns:a="http://schemas.openxmlformats.org/drawingml/2006/main" prst="rect">
            <a:avLst/>
          </a:prstGeom>
        </p:spPr>
      </p:pic>
      <p:pic>
        <p:nvPicPr>
          <p:cNvPr id="29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ab8dc5d6eb4a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04250" y="1"/>
            <a:ext cx="3881460" cy="3493314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6D7FA1F-8F6B-3C76-13EF-A9912F2F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7260" y="2472079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V5</a:t>
            </a:r>
          </a:p>
        </p:txBody>
      </p:sp>
      <p:pic>
        <p:nvPicPr>
          <p:cNvPr id="31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0269e3250148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3493314"/>
            <a:ext cx="3579962" cy="3364686"/>
          </a:xfrm>
          <a:prstGeom xmlns:a="http://schemas.openxmlformats.org/drawingml/2006/main" prst="rect">
            <a:avLst/>
          </a:prstGeom>
        </p:spPr>
      </p:pic>
      <p:pic>
        <p:nvPicPr>
          <p:cNvPr id="32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6e7af18dd940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79963" y="3493314"/>
            <a:ext cx="3770070" cy="3364686"/>
          </a:xfrm>
          <a:prstGeom xmlns:a="http://schemas.openxmlformats.org/drawingml/2006/main" prst="rect">
            <a:avLst/>
          </a:prstGeom>
        </p:spPr>
      </p:pic>
      <p:pic>
        <p:nvPicPr>
          <p:cNvPr id="33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4740f615fe4e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31560" y="-30143"/>
            <a:ext cx="3756715" cy="3429001"/>
          </a:xfrm>
          <a:prstGeom xmlns:a="http://schemas.openxmlformats.org/drawingml/2006/main" prst="rect">
            <a:avLst/>
          </a:prstGeom>
        </p:spPr>
      </p:pic>
      <p:pic>
        <p:nvPicPr>
          <p:cNvPr id="34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64658077814c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64711" y="3390232"/>
            <a:ext cx="3723564" cy="3510320"/>
          </a:xfrm>
          <a:prstGeom xmlns:a="http://schemas.openxmlformats.org/drawingml/2006/main" prst="rect">
            <a:avLst/>
          </a:prstGeom>
        </p:spPr>
      </p:pic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FE291E3-6C29-7C6D-5328-2C534832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85710" cy="3493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168292C-1875-2485-848F-7049A146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3481427"/>
            <a:ext cx="7346619" cy="3376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E1755962-E175-8C59-34AF-B7FA967C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8126" y="-30146"/>
            <a:ext cx="3662482" cy="68881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D09801-09D2-4E03-A556-FE292B80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00375"/>
            <a:ext cx="4286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CFB9CD-94FD-4EB5-B010-D7A83851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67050"/>
            <a:ext cx="4019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6324A"/>
                </a:solidFill>
              </a:defRPr>
            </a:pPr>
            <a:r>
              <a:rPr sz="1275">
                <a:solidFill>
                  <a:srgbClr val="16324A"/>
                </a:solidFill>
              </a:rPr>
              <a:t>Vs V4: terminal dan antarmuka koneksi lebih lengkap. Perbaikan: koneksi eksternal lebih terstruktur.</a:t>
            </a:r>
          </a:p>
        </p:txBody>
      </p:sp>
    </p:spTree>
    <p:extLst>
      <p:ext uri="{BB962C8B-B14F-4D97-AF65-F5344CB8AC3E}">
        <p14:creationId xmlns:p14="http://schemas.microsoft.com/office/powerpoint/2010/main" val="395940872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E6A1CF2-EECA-631B-935A-4711EDF686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C37D54F-FA0B-8219-D116-8F70A923FB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34491403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2825212c9142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766698" cy="6858000"/>
          </a:xfrm>
          <a:prstGeom xmlns:a="http://schemas.openxmlformats.org/drawingml/2006/main" prst="rect">
            <a:avLst/>
          </a:prstGeom>
        </p:spPr>
      </p:pic>
      <p:pic>
        <p:nvPicPr>
          <p:cNvPr id="1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2b01a68bf14f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66698" y="0"/>
            <a:ext cx="1662075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085AFDA-A827-58E7-2B17-4430ECD0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8949" y="3347049"/>
            <a:ext cx="8130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CH V1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7844937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77ccd2252e46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0"/>
            <a:ext cx="6096000" cy="5903651"/>
          </a:xfrm>
          <a:prstGeom xmlns:a="http://schemas.openxmlformats.org/drawingml/2006/main" prst="rect">
            <a:avLst/>
          </a:prstGeom>
        </p:spPr>
      </p:pic>
      <p:pic>
        <p:nvPicPr>
          <p:cNvPr id="1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35bee965514a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83891" y="0"/>
            <a:ext cx="6308108" cy="5903651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5C5D6F-7AEB-FF0E-A675-FBF39970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7369" y="6167887"/>
            <a:ext cx="8130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CH V2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7819817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ecb39ba91747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706947" cy="6858000"/>
          </a:xfrm>
          <a:prstGeom xmlns:a="http://schemas.openxmlformats.org/drawingml/2006/main" prst="rect">
            <a:avLst/>
          </a:prstGeom>
        </p:spPr>
      </p:pic>
      <p:pic>
        <p:nvPicPr>
          <p:cNvPr id="1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f759049c9c4e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06947" y="0"/>
            <a:ext cx="1509076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D7AD532-AC21-DEF7-0FBC-8E37D3CA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4913" y="3244334"/>
            <a:ext cx="8130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CH V3</a:t>
            </a:r>
          </a:p>
        </p:txBody>
      </p:sp>
    </p:spTree>
    <p:extLst>
      <p:ext uri="{BB962C8B-B14F-4D97-AF65-F5344CB8AC3E}">
        <p14:creationId xmlns:p14="http://schemas.microsoft.com/office/powerpoint/2010/main" val="76002928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2026-10-02T04:18:17.6480000Z</dcterms:created>
  <dcterms:modified xsi:type="dcterms:W3CDTF">2026-10-02T04:18:17.6480000Z</dcterms:modified>
</coreProperties>
</file>