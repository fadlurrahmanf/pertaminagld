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d2c0559e4d4c34" /><Relationship Type="http://schemas.openxmlformats.org/officeDocument/2006/relationships/extended-properties" Target="/docProps/app.xml" Id="Rd48562934e734b6b" /><Relationship Type="http://schemas.openxmlformats.org/officeDocument/2006/relationships/officeDocument" Target="/ppt/presentation.xml" Id="R6eb3745e46bb43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414c89d8a4ce0"/>
  </p:sldMasterIdLst>
  <p:notesMasterIdLst>
    <p:notesMasterId xmlns:r="http://schemas.openxmlformats.org/officeDocument/2006/relationships" r:id="R9f8e2cd199e24491"/>
  </p:notesMasterIdLst>
  <p:sldIdLst>
    <p:sldId xmlns:r="http://schemas.openxmlformats.org/officeDocument/2006/relationships" id="256" r:id="R91025d89127b4508"/>
    <p:sldId xmlns:r="http://schemas.openxmlformats.org/officeDocument/2006/relationships" id="257" r:id="R3489fb45411042ce"/>
    <p:sldId xmlns:r="http://schemas.openxmlformats.org/officeDocument/2006/relationships" id="258" r:id="R5432203158af4dc6"/>
    <p:sldId xmlns:r="http://schemas.openxmlformats.org/officeDocument/2006/relationships" id="259" r:id="R6dbdbef9895b4bb0"/>
    <p:sldId xmlns:r="http://schemas.openxmlformats.org/officeDocument/2006/relationships" id="260" r:id="R0bc729dfeacf4a35"/>
    <p:sldId xmlns:r="http://schemas.openxmlformats.org/officeDocument/2006/relationships" id="261" r:id="Rfa5da340a5564fad"/>
    <p:sldId xmlns:r="http://schemas.openxmlformats.org/officeDocument/2006/relationships" id="262" r:id="R7af0c81e844d44f4"/>
    <p:sldId xmlns:r="http://schemas.openxmlformats.org/officeDocument/2006/relationships" id="263" r:id="R961e5d257fbb497b"/>
    <p:sldId xmlns:r="http://schemas.openxmlformats.org/officeDocument/2006/relationships" id="264" r:id="Ra8aef5672bfe41c8"/>
    <p:sldId xmlns:r="http://schemas.openxmlformats.org/officeDocument/2006/relationships" id="265" r:id="R78e09aba8d6f4f70"/>
    <p:sldId xmlns:r="http://schemas.openxmlformats.org/officeDocument/2006/relationships" id="266" r:id="R0483246ca85f4d70"/>
    <p:sldId xmlns:r="http://schemas.openxmlformats.org/officeDocument/2006/relationships" id="267" r:id="R8e3c752aa82d46d4"/>
    <p:sldId xmlns:r="http://schemas.openxmlformats.org/officeDocument/2006/relationships" id="268" r:id="Re4b8a24b0e774441"/>
    <p:sldId xmlns:r="http://schemas.openxmlformats.org/officeDocument/2006/relationships" id="269" r:id="R7763b507616f4c3a"/>
    <p:sldId xmlns:r="http://schemas.openxmlformats.org/officeDocument/2006/relationships" id="270" r:id="R4279e808da894214"/>
    <p:sldId xmlns:r="http://schemas.openxmlformats.org/officeDocument/2006/relationships" id="271" r:id="R8d5c124d353847d7"/>
    <p:sldId xmlns:r="http://schemas.openxmlformats.org/officeDocument/2006/relationships" id="272" r:id="R5ed04f5395f945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6388cb48584a23" /><Relationship Type="http://schemas.openxmlformats.org/officeDocument/2006/relationships/slideMaster" Target="/ppt/slideMasters/slideMaster1.xml" Id="Rb36414c89d8a4ce0" /><Relationship Type="http://schemas.openxmlformats.org/officeDocument/2006/relationships/notesMaster" Target="/ppt/notesMasters/notesMaster1.xml" Id="R9f8e2cd199e24491" /><Relationship Type="http://schemas.openxmlformats.org/officeDocument/2006/relationships/presProps" Target="/ppt/presProps.xml" Id="R2821ef25c5ba450c" /><Relationship Type="http://schemas.openxmlformats.org/officeDocument/2006/relationships/viewProps" Target="/ppt/viewProps.xml" Id="R4bfd17c3b8a641f8" /><Relationship Type="http://schemas.openxmlformats.org/officeDocument/2006/relationships/tableStyles" Target="/ppt/tableStyles.xml" Id="R70f1baae4f184203" /><Relationship Type="http://schemas.openxmlformats.org/officeDocument/2006/relationships/slide" Target="/ppt/slides/slide1.xml" Id="R91025d89127b4508" /><Relationship Type="http://schemas.openxmlformats.org/officeDocument/2006/relationships/slide" Target="/ppt/slides/slide2.xml" Id="R3489fb45411042ce" /><Relationship Type="http://schemas.openxmlformats.org/officeDocument/2006/relationships/slide" Target="/ppt/slides/slide3.xml" Id="R5432203158af4dc6" /><Relationship Type="http://schemas.openxmlformats.org/officeDocument/2006/relationships/slide" Target="/ppt/slides/slide4.xml" Id="R6dbdbef9895b4bb0" /><Relationship Type="http://schemas.openxmlformats.org/officeDocument/2006/relationships/slide" Target="/ppt/slides/slide5.xml" Id="R0bc729dfeacf4a35" /><Relationship Type="http://schemas.openxmlformats.org/officeDocument/2006/relationships/slide" Target="/ppt/slides/slide6.xml" Id="Rfa5da340a5564fad" /><Relationship Type="http://schemas.openxmlformats.org/officeDocument/2006/relationships/slide" Target="/ppt/slides/slide7.xml" Id="R7af0c81e844d44f4" /><Relationship Type="http://schemas.openxmlformats.org/officeDocument/2006/relationships/slide" Target="/ppt/slides/slide8.xml" Id="R961e5d257fbb497b" /><Relationship Type="http://schemas.openxmlformats.org/officeDocument/2006/relationships/slide" Target="/ppt/slides/slide9.xml" Id="Ra8aef5672bfe41c8" /><Relationship Type="http://schemas.openxmlformats.org/officeDocument/2006/relationships/slide" Target="/ppt/slides/slide10.xml" Id="R78e09aba8d6f4f70" /><Relationship Type="http://schemas.openxmlformats.org/officeDocument/2006/relationships/slide" Target="/ppt/slides/slide11.xml" Id="R0483246ca85f4d70" /><Relationship Type="http://schemas.openxmlformats.org/officeDocument/2006/relationships/slide" Target="/ppt/slides/slide12.xml" Id="R8e3c752aa82d46d4" /><Relationship Type="http://schemas.openxmlformats.org/officeDocument/2006/relationships/slide" Target="/ppt/slides/slide13.xml" Id="Re4b8a24b0e774441" /><Relationship Type="http://schemas.openxmlformats.org/officeDocument/2006/relationships/slide" Target="/ppt/slides/slide14.xml" Id="R7763b507616f4c3a" /><Relationship Type="http://schemas.openxmlformats.org/officeDocument/2006/relationships/slide" Target="/ppt/slides/slide15.xml" Id="R4279e808da894214" /><Relationship Type="http://schemas.openxmlformats.org/officeDocument/2006/relationships/slide" Target="/ppt/slides/slide16.xml" Id="R8d5c124d353847d7" /><Relationship Type="http://schemas.openxmlformats.org/officeDocument/2006/relationships/slide" Target="/ppt/slides/slide17.xml" Id="R5ed04f5395f945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9cacb18c3a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748049d464126" /><Relationship Type="http://schemas.openxmlformats.org/officeDocument/2006/relationships/notesMaster" Target="/ppt/notesMasters/notesMaster1.xml" Id="R8f4be320bfaf42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a2000ace4c42f5" /><Relationship Type="http://schemas.openxmlformats.org/officeDocument/2006/relationships/notesMaster" Target="/ppt/notesMasters/notesMaster1.xml" Id="Re93a8ca08e1d49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0b72484ce7405e" /><Relationship Type="http://schemas.openxmlformats.org/officeDocument/2006/relationships/notesMaster" Target="/ppt/notesMasters/notesMaster1.xml" Id="R265b01e4d3a745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31e91ef6aa4d0c" /><Relationship Type="http://schemas.openxmlformats.org/officeDocument/2006/relationships/notesMaster" Target="/ppt/notesMasters/notesMaster1.xml" Id="Rc7b32c2ec0e24d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4e961a6e2d40b4" /><Relationship Type="http://schemas.openxmlformats.org/officeDocument/2006/relationships/notesMaster" Target="/ppt/notesMasters/notesMaster1.xml" Id="R7a5d0fb49cfb4d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566d5b2859476b" /><Relationship Type="http://schemas.openxmlformats.org/officeDocument/2006/relationships/notesMaster" Target="/ppt/notesMasters/notesMaster1.xml" Id="Rc5cb3d91f70742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ac5417ce9f4979" /><Relationship Type="http://schemas.openxmlformats.org/officeDocument/2006/relationships/notesMaster" Target="/ppt/notesMasters/notesMaster1.xml" Id="Rf0cd8f6693284a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540b2a54fc4404" /><Relationship Type="http://schemas.openxmlformats.org/officeDocument/2006/relationships/notesMaster" Target="/ppt/notesMasters/notesMaster1.xml" Id="Rf8cdb78326fc40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e8b5ef2da64195" /><Relationship Type="http://schemas.openxmlformats.org/officeDocument/2006/relationships/notesMaster" Target="/ppt/notesMasters/notesMaster1.xml" Id="Rb9dbfc4798a040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7cbb89fe7b4213" /><Relationship Type="http://schemas.openxmlformats.org/officeDocument/2006/relationships/notesMaster" Target="/ppt/notesMasters/notesMaster1.xml" Id="R625f600aaade48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054ee5f8cd4579" /><Relationship Type="http://schemas.openxmlformats.org/officeDocument/2006/relationships/notesMaster" Target="/ppt/notesMasters/notesMaster1.xml" Id="R67acdf66aee14e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6734f284c647f9" /><Relationship Type="http://schemas.openxmlformats.org/officeDocument/2006/relationships/notesMaster" Target="/ppt/notesMasters/notesMaster1.xml" Id="R72c863c774e64f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825a5fd60a459f" /><Relationship Type="http://schemas.openxmlformats.org/officeDocument/2006/relationships/notesMaster" Target="/ppt/notesMasters/notesMaster1.xml" Id="R297e15b742404f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1829d3d12548c2" /><Relationship Type="http://schemas.openxmlformats.org/officeDocument/2006/relationships/notesMaster" Target="/ppt/notesMasters/notesMaster1.xml" Id="R5edff962c70a4d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3f922ff018444c" /><Relationship Type="http://schemas.openxmlformats.org/officeDocument/2006/relationships/notesMaster" Target="/ppt/notesMasters/notesMaster1.xml" Id="R49f09833cb584c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31aaada8be421d" /><Relationship Type="http://schemas.openxmlformats.org/officeDocument/2006/relationships/notesMaster" Target="/ppt/notesMasters/notesMaster1.xml" Id="R1ff10be5c24e4c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d48f15db5f4da7" /><Relationship Type="http://schemas.openxmlformats.org/officeDocument/2006/relationships/notesMaster" Target="/ppt/notesMasters/notesMaster1.xml" Id="R27b131be7b0942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8948f0dbb45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01915699c45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8186b069a4f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408aa70994d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96798486b41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baa63c36742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fcd1fef464b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8db7ad2ae492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f99df17c945c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60d93d68240a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426ade74c427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6749ffcbad42f2" /><Relationship Type="http://schemas.openxmlformats.org/officeDocument/2006/relationships/slideLayout" Target="/ppt/slideLayouts/slideLayout1.xml" Id="Rafe5b8cb52b043dd" /><Relationship Type="http://schemas.openxmlformats.org/officeDocument/2006/relationships/slideLayout" Target="/ppt/slideLayouts/slideLayout2.xml" Id="R51d0e57767b94506" /><Relationship Type="http://schemas.openxmlformats.org/officeDocument/2006/relationships/slideLayout" Target="/ppt/slideLayouts/slideLayout3.xml" Id="R06fcd02ebd074388" /><Relationship Type="http://schemas.openxmlformats.org/officeDocument/2006/relationships/slideLayout" Target="/ppt/slideLayouts/slideLayout4.xml" Id="Re8c7e77265464024" /><Relationship Type="http://schemas.openxmlformats.org/officeDocument/2006/relationships/slideLayout" Target="/ppt/slideLayouts/slideLayout5.xml" Id="R68f265e0337342c7" /><Relationship Type="http://schemas.openxmlformats.org/officeDocument/2006/relationships/slideLayout" Target="/ppt/slideLayouts/slideLayout6.xml" Id="Re25ad175b446450f" /><Relationship Type="http://schemas.openxmlformats.org/officeDocument/2006/relationships/slideLayout" Target="/ppt/slideLayouts/slideLayout7.xml" Id="R2cae44397de34207" /><Relationship Type="http://schemas.openxmlformats.org/officeDocument/2006/relationships/slideLayout" Target="/ppt/slideLayouts/slideLayout8.xml" Id="Re36b9fd1ef754db5" /><Relationship Type="http://schemas.openxmlformats.org/officeDocument/2006/relationships/slideLayout" Target="/ppt/slideLayouts/slideLayout9.xml" Id="R32524f43d4d3434d" /><Relationship Type="http://schemas.openxmlformats.org/officeDocument/2006/relationships/slideLayout" Target="/ppt/slideLayouts/slideLayout10.xml" Id="R12a20b49c4974401" /><Relationship Type="http://schemas.openxmlformats.org/officeDocument/2006/relationships/slideLayout" Target="/ppt/slideLayouts/slideLayout11.xml" Id="Rdaa36ed56c2246a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e5b8cb52b043dd"/>
    <p:sldLayoutId xmlns:r="http://schemas.openxmlformats.org/officeDocument/2006/relationships" id="2147483650" r:id="R51d0e57767b94506"/>
    <p:sldLayoutId xmlns:r="http://schemas.openxmlformats.org/officeDocument/2006/relationships" id="2147483651" r:id="R06fcd02ebd074388"/>
    <p:sldLayoutId xmlns:r="http://schemas.openxmlformats.org/officeDocument/2006/relationships" id="2147483652" r:id="Re8c7e77265464024"/>
    <p:sldLayoutId xmlns:r="http://schemas.openxmlformats.org/officeDocument/2006/relationships" id="2147483653" r:id="R68f265e0337342c7"/>
    <p:sldLayoutId xmlns:r="http://schemas.openxmlformats.org/officeDocument/2006/relationships" id="2147483654" r:id="Re25ad175b446450f"/>
    <p:sldLayoutId xmlns:r="http://schemas.openxmlformats.org/officeDocument/2006/relationships" id="2147483655" r:id="R2cae44397de34207"/>
    <p:sldLayoutId xmlns:r="http://schemas.openxmlformats.org/officeDocument/2006/relationships" id="2147483656" r:id="Re36b9fd1ef754db5"/>
    <p:sldLayoutId xmlns:r="http://schemas.openxmlformats.org/officeDocument/2006/relationships" id="2147483657" r:id="R32524f43d4d3434d"/>
    <p:sldLayoutId xmlns:r="http://schemas.openxmlformats.org/officeDocument/2006/relationships" id="2147483658" r:id="R12a20b49c4974401"/>
    <p:sldLayoutId xmlns:r="http://schemas.openxmlformats.org/officeDocument/2006/relationships" id="2147483659" r:id="Rdaa36ed56c2246a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e369e07b804e7a" /><Relationship Type="http://schemas.openxmlformats.org/officeDocument/2006/relationships/notesSlide" Target="/ppt/notesSlides/notesSlide1.xml" Id="R232c8110006448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dc02a813d46aa" /><Relationship Type="http://schemas.openxmlformats.org/officeDocument/2006/relationships/image" Target="/ppt/media/image.png" Id="R811cef7c90984817" /><Relationship Type="http://schemas.openxmlformats.org/officeDocument/2006/relationships/image" Target="/ppt/media/image2.png" Id="Rc221ca8301514843" /><Relationship Type="http://schemas.openxmlformats.org/officeDocument/2006/relationships/notesSlide" Target="/ppt/notesSlides/notesSlide2.xml" Id="R67466a1268214d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32472d57b348db" /><Relationship Type="http://schemas.openxmlformats.org/officeDocument/2006/relationships/notesSlide" Target="/ppt/notesSlides/notesSlide3.xml" Id="R78053edfd6a144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892e3ce9c74ca5" /><Relationship Type="http://schemas.openxmlformats.org/officeDocument/2006/relationships/image" Target="/ppt/media/image3.png" Id="R7090c7fb83d4476e" /><Relationship Type="http://schemas.openxmlformats.org/officeDocument/2006/relationships/image" Target="/ppt/media/image4.png" Id="R5dad1f56a19b4839" /><Relationship Type="http://schemas.openxmlformats.org/officeDocument/2006/relationships/notesSlide" Target="/ppt/notesSlides/notesSlide4.xml" Id="R7b039cb7667c47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7fb6926b1741cc" /><Relationship Type="http://schemas.openxmlformats.org/officeDocument/2006/relationships/notesSlide" Target="/ppt/notesSlides/notesSlide5.xml" Id="Rc0cc6adf1e5c49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4c111227424669" /><Relationship Type="http://schemas.openxmlformats.org/officeDocument/2006/relationships/image" Target="/ppt/media/image5.png" Id="R72de7fa5a21246de" /><Relationship Type="http://schemas.openxmlformats.org/officeDocument/2006/relationships/image" Target="/ppt/media/image6.png" Id="R16498d2ad0704c5b" /><Relationship Type="http://schemas.openxmlformats.org/officeDocument/2006/relationships/notesSlide" Target="/ppt/notesSlides/notesSlide6.xml" Id="R515c49c692ad4a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f660a835754fd4" /><Relationship Type="http://schemas.openxmlformats.org/officeDocument/2006/relationships/notesSlide" Target="/ppt/notesSlides/notesSlide7.xml" Id="R1b5cc25744ba42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fbd5c3521f454c" /><Relationship Type="http://schemas.openxmlformats.org/officeDocument/2006/relationships/image" Target="/ppt/media/image7.png" Id="R7b6665051ee54106" /><Relationship Type="http://schemas.openxmlformats.org/officeDocument/2006/relationships/image" Target="/ppt/media/image8.png" Id="Redf8b885e48e4b13" /><Relationship Type="http://schemas.openxmlformats.org/officeDocument/2006/relationships/notesSlide" Target="/ppt/notesSlides/notesSlide8.xml" Id="R0d8c7494a29242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34106b42894639" /><Relationship Type="http://schemas.openxmlformats.org/officeDocument/2006/relationships/image" Target="/ppt/media/image9.png" Id="Rded650ab470c4d3d" /><Relationship Type="http://schemas.openxmlformats.org/officeDocument/2006/relationships/image" Target="/ppt/media/image10.png" Id="R074876b642e84601" /><Relationship Type="http://schemas.openxmlformats.org/officeDocument/2006/relationships/image" Target="/ppt/media/image11.png" Id="Ra31425bfa85f41a6" /><Relationship Type="http://schemas.openxmlformats.org/officeDocument/2006/relationships/image" Target="/ppt/media/image12.png" Id="R2e60e1699f914189" /><Relationship Type="http://schemas.openxmlformats.org/officeDocument/2006/relationships/notesSlide" Target="/ppt/notesSlides/notesSlide9.xml" Id="R8906dde692ea41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9dfcbcc2d54901" /><Relationship Type="http://schemas.openxmlformats.org/officeDocument/2006/relationships/image" Target="/ppt/media/image13.png" Id="R05154c80381b41e3" /><Relationship Type="http://schemas.openxmlformats.org/officeDocument/2006/relationships/image" Target="/ppt/media/image14.png" Id="Rd0c593d8fb474b7e" /><Relationship Type="http://schemas.openxmlformats.org/officeDocument/2006/relationships/image" Target="/ppt/media/image15.png" Id="R1f7fca906d8141dd" /><Relationship Type="http://schemas.openxmlformats.org/officeDocument/2006/relationships/image" Target="/ppt/media/image16.png" Id="R8e1aa4647cd84f71" /><Relationship Type="http://schemas.openxmlformats.org/officeDocument/2006/relationships/image" Target="/ppt/media/image17.png" Id="R1a385931bb824f27" /><Relationship Type="http://schemas.openxmlformats.org/officeDocument/2006/relationships/image" Target="/ppt/media/image18.png" Id="R67033a421cdd4123" /><Relationship Type="http://schemas.openxmlformats.org/officeDocument/2006/relationships/notesSlide" Target="/ppt/notesSlides/notesSlide10.xml" Id="R6c89e17568924a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a47d62f32b4ac7" /><Relationship Type="http://schemas.openxmlformats.org/officeDocument/2006/relationships/notesSlide" Target="/ppt/notesSlides/notesSlide11.xml" Id="R460be6faacdc4b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ff86736a664b89" /><Relationship Type="http://schemas.openxmlformats.org/officeDocument/2006/relationships/notesSlide" Target="/ppt/notesSlides/notesSlide12.xml" Id="R22f0f44fe4064e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ab261883f34689" /><Relationship Type="http://schemas.openxmlformats.org/officeDocument/2006/relationships/image" Target="/ppt/media/image19.png" Id="R8a5adcefcb544a38" /><Relationship Type="http://schemas.openxmlformats.org/officeDocument/2006/relationships/image" Target="/ppt/media/image20.png" Id="Rdbc495f61a7c4673" /><Relationship Type="http://schemas.openxmlformats.org/officeDocument/2006/relationships/notesSlide" Target="/ppt/notesSlides/notesSlide13.xml" Id="R76f6d62649e44e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70339ed86e4524" /><Relationship Type="http://schemas.openxmlformats.org/officeDocument/2006/relationships/image" Target="/ppt/media/image21.png" Id="Raa9856ee245646f4" /><Relationship Type="http://schemas.openxmlformats.org/officeDocument/2006/relationships/image" Target="/ppt/media/image22.png" Id="Rb9613e6cdf3847b3" /><Relationship Type="http://schemas.openxmlformats.org/officeDocument/2006/relationships/notesSlide" Target="/ppt/notesSlides/notesSlide14.xml" Id="R99e4e58c6e5947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44df85a8f24d04" /><Relationship Type="http://schemas.openxmlformats.org/officeDocument/2006/relationships/image" Target="/ppt/media/image23.png" Id="R276c17813fb248ad" /><Relationship Type="http://schemas.openxmlformats.org/officeDocument/2006/relationships/image" Target="/ppt/media/image24.png" Id="R2ca2d12c852b46fd" /><Relationship Type="http://schemas.openxmlformats.org/officeDocument/2006/relationships/notesSlide" Target="/ppt/notesSlides/notesSlide15.xml" Id="R4c65123c51c441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670897e0074e67" /><Relationship Type="http://schemas.openxmlformats.org/officeDocument/2006/relationships/notesSlide" Target="/ppt/notesSlides/notesSlide16.xml" Id="Rd9cf689c602e48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2d89e91174498" /><Relationship Type="http://schemas.openxmlformats.org/officeDocument/2006/relationships/notesSlide" Target="/ppt/notesSlides/notesSlide17.xml" Id="R31537454d8a143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cef7c90984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1ca8301514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1A686-F669-43CD-9E95-D1AAF65D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91000"/>
            <a:ext cx="1152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33375" y="4191000"/>
          <a:ext xmlns:a="http://schemas.openxmlformats.org/drawingml/2006/main" cx="11525250" cy="1666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19250"/>
                <a:gridCol w="9906000"/>
              </a:tblGrid>
              <a:tr h="238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— baseline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footprint/sirkuit sensor menyatu pada motherboard (gambar PCB); MCP4725 terdapat di source V1.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driver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 + ULN2003.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dan SHT40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TPS2116, TPS22964, TPS3839, dan TPS61175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Tersedia pada source V1 untuk blok analog.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 pada motherboard V1.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0c7fb83d447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d1f56a19b4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C55EE3-F720-4B28-AB75-7104C247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EEEC8-CE93-4202-9492-3320697F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7B6C5-E24C-482D-8D93-E3829F7A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C9C5-6EFD-4204-8CCF-D34ECF8E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E7404-5F6E-40D8-AF2A-47274A5A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7CD96-B87D-4046-908B-D2999C8E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EEB56-098C-4B51-9F3B-C7AFE890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596E7-4133-4278-8FA0-39FF25CD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7F808-FF12-4FAF-81ED-EB160EF3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3B01E-D510-4CF9-99D9-A30B3D07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10FF0-0BC1-42FC-B454-A6D1353E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D50DD-4EF6-4186-B33B-BD34F8B2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D21BB-04A2-41C0-989B-0D15328D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78D98-E9A2-4141-8632-BD23E728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DC8A2-5868-42CA-BE30-D77F0CA3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7CD7D-3405-4FE1-BADB-282CA947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E6CA0-7029-449A-9390-3F2A6AF7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4D093-1AF1-403C-B248-0943C006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8B2B6-4DA2-4229-BEBB-2B17F98A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99CEA-4892-4704-B1EE-1EFBEADF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FA772-1DAE-4325-8F98-86542CBF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85561-94E1-4E12-9662-6B13041E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7D23F-CB71-4EE6-95E1-6EFA2BEE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4ABFF-BA45-498C-BF39-3F49878F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2FC5BD-C006-4D4C-B9F1-BB1704B8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6D25F-955B-4367-AE7D-F8A2639D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82B1BD-AAB1-4017-BD3F-F83901A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2042DF-9BE1-49CC-8278-21CCF249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564D3-3946-481B-99D1-566AD731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89046-8D89-440F-801E-F641C2DC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AB6D13-1A54-471B-9425-B81A2523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E9103B-A1C7-460D-9378-71D4807D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8978438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e7fa5a21246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98d2ad0704c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F39AF-E5AB-4A3B-8D5B-A28A2F7A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00500"/>
            <a:ext cx="1152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000500"/>
          <a:ext xmlns:a="http://schemas.openxmlformats.org/drawingml/2006/main" cx="11525250" cy="1714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4492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Terpisah sebagai sensor module eksternal melalui H2/H1/H3–H8.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driver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 + ULN2003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OPA320; blok analog/driver lama tidak ada; ADS1256 tetap membaca AIN0–AIN7.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Keduanya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P0–P7 → EN0–EN7; SHT40 pada root I2C 0x44.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TPS2116/TPS22964/TPS3839/TPS61175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Ditambah TPS2116 power mux, TPS22964 load switch, TPS3839 supervisor, TPS61175 boost.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ada; MCP di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tetap ada; MCP4725 berada per module dan dipilih via TCA 0x71.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B7F53-DF52-40CB-85D3-25CD4436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C05B5-5F54-402E-AB90-672ABC6B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69B90-03ED-4539-938B-6AFD4877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CBC74-EEE8-457D-9373-AE18B8A4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743B6-AD24-4053-86DC-3D7ECA78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21445233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665051ee54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8b885e48e4b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80867-2797-42B4-8096-F4FBCAE3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0"/>
            <a:ext cx="1152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286250"/>
          <a:ext xmlns:a="http://schemas.openxmlformats.org/drawingml/2006/main" cx="11525250" cy="1571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245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 via H2/H1/H3–H8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 + TPS22964 + TPS3839 + TPS61175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sama.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I2C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+5VA, TCA9548A, 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Blok acquisition utama sama pada source; tidak ada IC baru yang ditemukan.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650ab470c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876b642e84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425bfa85f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0e1699f914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AA768-2A94-4132-98FE-18CB394A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000375"/>
            <a:ext cx="8143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38125" y="3000375"/>
          <a:ext xmlns:a="http://schemas.openxmlformats.org/drawingml/2006/main" cx="8143875" cy="2857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81125"/>
                <a:gridCol w="2381250"/>
                <a:gridCol w="4238625"/>
              </a:tblGrid>
              <a:tr h="3571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 + TPS22964 + TPS3839 + TPS61175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sama.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+5VA; TCA/MCP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basis acquisition yang sama.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Profile firmware menambah jalur kontrol fan GPIO7; bukan bukti sertifikasi ATEX.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54c80381b41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593d8fb474b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fca906d8141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aa4647cd84f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85931bb824f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33a421cdd41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30920-F083-4A33-A1A8-5EF23D20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4333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667625" y="1762125"/>
          <a:ext xmlns:a="http://schemas.openxmlformats.org/drawingml/2006/main" cx="4333875" cy="4095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2762250"/>
              </a:tblGrid>
              <a:tr h="58510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V5 adapter vs V4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/ 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slot/modul sensor atau +5VA pada PCB adapter.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INA333, OPA333, LM321, OPA320, ADS1256, dan MCP4725 tidak ada.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PCF8574, TCA9548A, dan SHT40 tidak ada.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TPS2116, TPS22964, TPS3839, dan TPS61175 tetap ada pada adapter.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 pada adapter.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Arti sistem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sensor dihapus; V5 adalah board interface (E22, USB-UART, RS-485, OLED).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518BC-9F25-42A1-BC26-7F185F32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E1AAA-3EEF-4AB9-A823-EDF10BAD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73ABC-36E9-4DAA-A91F-948AAECD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INA333 + OPA333 + LM321; +5VA;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 eksternal: PCF8574/TPS22919, TCA, MCP4725, ADS1256; OPA320; SHT40; +5VA;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sama dengan V2: OPA320, PCF8574, SHT40, ADS/TCA, +5VA,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sama dengan V3 termasuk OPA320, PCF8574, SHT40, +5VA,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 tanpa ADS/TCA/PCF/SHT40/OPA/+5VA; tetap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1322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adcefcb544a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495f61a7c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01F41-B03F-42AA-BBA3-9C774BEB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38250"/>
            <a:ext cx="7953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714750" y="1238250"/>
          <a:ext xmlns:a="http://schemas.openxmlformats.org/drawingml/2006/main" cx="7953375" cy="3143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6000750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 — baseline visual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 / daya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memanjang dengan holder baterai; dua konektor SMA terlihat pada gambar.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lewat radio; bukan board ADC atau sensor module.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Radio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Dua konektor SMA terlihat, tetapi nomor radio dan detail interface tidak dapat dipastikan tanpa PCB JSON/BOM yang cocok.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WDT pada CH V1.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fungsi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source PCB/BOM yang dipetakan eksplisit ke CH V1.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856ee245646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13e6cdf38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72060-17B2-4F77-B05D-E7F25C59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62375"/>
            <a:ext cx="1133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28625" y="3762375"/>
          <a:ext xmlns:a="http://schemas.openxmlformats.org/drawingml/2006/main" cx="11334750" cy="2095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66875"/>
                <a:gridCol w="3429000"/>
                <a:gridCol w="6096000"/>
              </a:tblGrid>
              <a:tr h="3492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Papan memanjang + holder baterai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 pada gambar.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radio dari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Peran tetap setelah GLD/E22; bukan jalur analog sensor.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nomor part belum dipetakan ke BOM source yang cocok.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mengklaim perubahan IC hanya dari gambar 3D.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 atau BOM yang menyebut CH V2 secara eksplisit.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c17813fb2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2d12c852b46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AB610-1674-4E32-9884-335CF24C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00125"/>
            <a:ext cx="78581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810000" y="1000125"/>
          <a:ext xmlns:a="http://schemas.openxmlformats.org/drawingml/2006/main" cx="7858125" cy="3476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2571750"/>
                <a:gridCol w="3333750"/>
              </a:tblGrid>
              <a:tr h="5794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Kembali ke papan memanjang dengan holder baterai pada gambar.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LoRa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ADC atau pengendali sensor module.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cocok; perubahan IC belum dapat diverifikasi.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JSON/BOM CH V3 untuk menetapkan perubahan teknis secara pasti.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BA5579-BE80-4666-A7E5-043CA0AE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89640-1934-49E0-A110-A084058C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6E802-7CAE-4B4C-9DE0-E3FC7036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72A61-4F5C-449E-80CB-F1F8370B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D22D5-B602-4929-B13A-C6BFEC49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EA3F2-6914-4758-8259-2561C0BE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81433-82AD-4E5C-95AE-86766079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0BD07-4DFF-4F8D-8F97-1CC4008F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95A98-BB98-4494-A49F-52B10928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6B10D-4B4B-426D-A824-4A12E577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3AF1F-9070-4E9D-A8FB-AE042B4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B8663-CE75-4DB9-933D-21C48E85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7E69A-2DF3-4623-85FB-46E8228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0C25B-C72E-4A6F-847A-7F746820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95AED-83B2-41FA-BDB0-1CDDAEF5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4A03B-6389-4FF8-B912-0FFA8C3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2B017-04FD-42F4-AB4F-CB17EC8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37CD4-2036-49C2-9D03-032F1A3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2CB2D-BFBE-4B7D-9A6E-2BA4F582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5D613-F77F-4A51-9795-E9880C8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11409-7EFB-4624-8B84-2B9D36FC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4D287-EF69-4772-BB00-A8C503E6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E22: terima/relay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CAD7F-84C1-4102-B3F1-907DCFB0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5E6C7-FA30-43AE-8F57-FB0F640E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3DE70-D775-4737-801E-8599C614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3C03E-A5CB-48BF-B512-AA5CA928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83013-C307-4C48-8E31-D5106C1A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5993600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C088D-B31E-499A-BEED-710C7350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8FE81-537A-4AE3-9C1A-4EF66F74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DB4A8-359E-4929-B299-86F2344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WDT; perubahan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referensi WDT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161AB-F252-4351-8729-8F2A2144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8E2DD-AF1E-4527-9B7A-46B9917B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19967797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2026-10-02T04:51:55.9360000Z</dcterms:created>
  <dcterms:modified xsi:type="dcterms:W3CDTF">2026-10-02T04:51:55.9360000Z</dcterms:modified>
</coreProperties>
</file>