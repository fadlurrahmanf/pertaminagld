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be18a321a14b55" /><Relationship Type="http://schemas.openxmlformats.org/officeDocument/2006/relationships/extended-properties" Target="/docProps/app.xml" Id="R7785943e4c3d4165" /><Relationship Type="http://schemas.openxmlformats.org/officeDocument/2006/relationships/officeDocument" Target="/ppt/presentation.xml" Id="R977cff5b25e34f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daaf5f255d4ec8"/>
  </p:sldMasterIdLst>
  <p:notesMasterIdLst>
    <p:notesMasterId xmlns:r="http://schemas.openxmlformats.org/officeDocument/2006/relationships" r:id="Rf2fc093e5f88445c"/>
  </p:notesMasterIdLst>
  <p:sldIdLst>
    <p:sldId xmlns:r="http://schemas.openxmlformats.org/officeDocument/2006/relationships" id="256" r:id="R1c0c44b7f36549ee"/>
    <p:sldId xmlns:r="http://schemas.openxmlformats.org/officeDocument/2006/relationships" id="257" r:id="R8eff08fe721848b0"/>
    <p:sldId xmlns:r="http://schemas.openxmlformats.org/officeDocument/2006/relationships" id="258" r:id="R5aca15a95eb244df"/>
    <p:sldId xmlns:r="http://schemas.openxmlformats.org/officeDocument/2006/relationships" id="259" r:id="R55a9b099e7f34e8d"/>
    <p:sldId xmlns:r="http://schemas.openxmlformats.org/officeDocument/2006/relationships" id="260" r:id="R2706959213b04aa2"/>
    <p:sldId xmlns:r="http://schemas.openxmlformats.org/officeDocument/2006/relationships" id="261" r:id="R8744cdaadf9845d3"/>
    <p:sldId xmlns:r="http://schemas.openxmlformats.org/officeDocument/2006/relationships" id="262" r:id="R955f909c11be4129"/>
    <p:sldId xmlns:r="http://schemas.openxmlformats.org/officeDocument/2006/relationships" id="263" r:id="R59b98d3a10334589"/>
    <p:sldId xmlns:r="http://schemas.openxmlformats.org/officeDocument/2006/relationships" id="264" r:id="R6b65d5315d814718"/>
    <p:sldId xmlns:r="http://schemas.openxmlformats.org/officeDocument/2006/relationships" id="265" r:id="Ref2e39e2d99f459b"/>
    <p:sldId xmlns:r="http://schemas.openxmlformats.org/officeDocument/2006/relationships" id="266" r:id="Rbf9c9b484ea44228"/>
    <p:sldId xmlns:r="http://schemas.openxmlformats.org/officeDocument/2006/relationships" id="267" r:id="R225b08658e7c4d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07b4f0aea64f72" /><Relationship Type="http://schemas.openxmlformats.org/officeDocument/2006/relationships/slideMaster" Target="/ppt/slideMasters/slideMaster1.xml" Id="R37daaf5f255d4ec8" /><Relationship Type="http://schemas.openxmlformats.org/officeDocument/2006/relationships/notesMaster" Target="/ppt/notesMasters/notesMaster1.xml" Id="Rf2fc093e5f88445c" /><Relationship Type="http://schemas.openxmlformats.org/officeDocument/2006/relationships/presProps" Target="/ppt/presProps.xml" Id="Rb34481bbdbf74cfc" /><Relationship Type="http://schemas.openxmlformats.org/officeDocument/2006/relationships/viewProps" Target="/ppt/viewProps.xml" Id="Rb46a63d3496c4038" /><Relationship Type="http://schemas.openxmlformats.org/officeDocument/2006/relationships/tableStyles" Target="/ppt/tableStyles.xml" Id="R2d50ce23692c456e" /><Relationship Type="http://schemas.openxmlformats.org/officeDocument/2006/relationships/slide" Target="/ppt/slides/slide1.xml" Id="R1c0c44b7f36549ee" /><Relationship Type="http://schemas.openxmlformats.org/officeDocument/2006/relationships/slide" Target="/ppt/slides/slide2.xml" Id="R8eff08fe721848b0" /><Relationship Type="http://schemas.openxmlformats.org/officeDocument/2006/relationships/slide" Target="/ppt/slides/slide3.xml" Id="R5aca15a95eb244df" /><Relationship Type="http://schemas.openxmlformats.org/officeDocument/2006/relationships/slide" Target="/ppt/slides/slide4.xml" Id="R55a9b099e7f34e8d" /><Relationship Type="http://schemas.openxmlformats.org/officeDocument/2006/relationships/slide" Target="/ppt/slides/slide5.xml" Id="R2706959213b04aa2" /><Relationship Type="http://schemas.openxmlformats.org/officeDocument/2006/relationships/slide" Target="/ppt/slides/slide6.xml" Id="R8744cdaadf9845d3" /><Relationship Type="http://schemas.openxmlformats.org/officeDocument/2006/relationships/slide" Target="/ppt/slides/slide7.xml" Id="R955f909c11be4129" /><Relationship Type="http://schemas.openxmlformats.org/officeDocument/2006/relationships/slide" Target="/ppt/slides/slide8.xml" Id="R59b98d3a10334589" /><Relationship Type="http://schemas.openxmlformats.org/officeDocument/2006/relationships/slide" Target="/ppt/slides/slide9.xml" Id="R6b65d5315d814718" /><Relationship Type="http://schemas.openxmlformats.org/officeDocument/2006/relationships/slide" Target="/ppt/slides/slide10.xml" Id="Ref2e39e2d99f459b" /><Relationship Type="http://schemas.openxmlformats.org/officeDocument/2006/relationships/slide" Target="/ppt/slides/slide11.xml" Id="Rbf9c9b484ea44228" /><Relationship Type="http://schemas.openxmlformats.org/officeDocument/2006/relationships/slide" Target="/ppt/slides/slide12.xml" Id="R225b08658e7c4d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fd18ad021346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928eee1f9d4d0b" /><Relationship Type="http://schemas.openxmlformats.org/officeDocument/2006/relationships/notesMaster" Target="/ppt/notesMasters/notesMaster1.xml" Id="Re6f376b612364b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95f579b83943af" /><Relationship Type="http://schemas.openxmlformats.org/officeDocument/2006/relationships/notesMaster" Target="/ppt/notesMasters/notesMaster1.xml" Id="R9a92666be9784d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1ffbd8eeb04c7c" /><Relationship Type="http://schemas.openxmlformats.org/officeDocument/2006/relationships/notesMaster" Target="/ppt/notesMasters/notesMaster1.xml" Id="R7fb989c5746344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a5add4cb80485d" /><Relationship Type="http://schemas.openxmlformats.org/officeDocument/2006/relationships/notesMaster" Target="/ppt/notesMasters/notesMaster1.xml" Id="Rab5dd70781f649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ee61b5711b4953" /><Relationship Type="http://schemas.openxmlformats.org/officeDocument/2006/relationships/notesMaster" Target="/ppt/notesMasters/notesMaster1.xml" Id="Ra85b703ac9f349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ecbf2c5cec4c35" /><Relationship Type="http://schemas.openxmlformats.org/officeDocument/2006/relationships/notesMaster" Target="/ppt/notesMasters/notesMaster1.xml" Id="Rad975f339eeb41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97800ff1614972" /><Relationship Type="http://schemas.openxmlformats.org/officeDocument/2006/relationships/notesMaster" Target="/ppt/notesMasters/notesMaster1.xml" Id="Rd8dab925bc5e44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c8559778bc4049" /><Relationship Type="http://schemas.openxmlformats.org/officeDocument/2006/relationships/notesMaster" Target="/ppt/notesMasters/notesMaster1.xml" Id="R3d30fc2fc59e48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e3abed54574e10" /><Relationship Type="http://schemas.openxmlformats.org/officeDocument/2006/relationships/notesMaster" Target="/ppt/notesMasters/notesMaster1.xml" Id="R20adfeed3f3a46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876317268144b6" /><Relationship Type="http://schemas.openxmlformats.org/officeDocument/2006/relationships/notesMaster" Target="/ppt/notesMasters/notesMaster1.xml" Id="Rb641ee4ed22e44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ab136034f34910" /><Relationship Type="http://schemas.openxmlformats.org/officeDocument/2006/relationships/notesMaster" Target="/ppt/notesMasters/notesMaster1.xml" Id="Rad8da8b9957d47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fc3401c34f4b84" /><Relationship Type="http://schemas.openxmlformats.org/officeDocument/2006/relationships/notesMaster" Target="/ppt/notesMasters/notesMaster1.xml" Id="Rde45b8bc9f454a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d68fc34d548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7515ab17c4a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1f3d92f4842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ea3d172d44f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6c975774e42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fdb9c41f042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0a869cbce462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8460522fa4d0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d8df197d54ea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8dbb7fe0a46e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640b68f104a5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f97a0b8b6b4600" /><Relationship Type="http://schemas.openxmlformats.org/officeDocument/2006/relationships/slideLayout" Target="/ppt/slideLayouts/slideLayout1.xml" Id="R8c0b48c2127b4652" /><Relationship Type="http://schemas.openxmlformats.org/officeDocument/2006/relationships/slideLayout" Target="/ppt/slideLayouts/slideLayout2.xml" Id="R03c229ceac8b4400" /><Relationship Type="http://schemas.openxmlformats.org/officeDocument/2006/relationships/slideLayout" Target="/ppt/slideLayouts/slideLayout3.xml" Id="R8ad26d4d396d4ee4" /><Relationship Type="http://schemas.openxmlformats.org/officeDocument/2006/relationships/slideLayout" Target="/ppt/slideLayouts/slideLayout4.xml" Id="R640c0aad8c8c4b92" /><Relationship Type="http://schemas.openxmlformats.org/officeDocument/2006/relationships/slideLayout" Target="/ppt/slideLayouts/slideLayout5.xml" Id="Rde5cea1c930044df" /><Relationship Type="http://schemas.openxmlformats.org/officeDocument/2006/relationships/slideLayout" Target="/ppt/slideLayouts/slideLayout6.xml" Id="R35a5275a915c4f45" /><Relationship Type="http://schemas.openxmlformats.org/officeDocument/2006/relationships/slideLayout" Target="/ppt/slideLayouts/slideLayout7.xml" Id="R19b549ce022348c0" /><Relationship Type="http://schemas.openxmlformats.org/officeDocument/2006/relationships/slideLayout" Target="/ppt/slideLayouts/slideLayout8.xml" Id="R7a081f89800a4b41" /><Relationship Type="http://schemas.openxmlformats.org/officeDocument/2006/relationships/slideLayout" Target="/ppt/slideLayouts/slideLayout9.xml" Id="R981adcb065e7426e" /><Relationship Type="http://schemas.openxmlformats.org/officeDocument/2006/relationships/slideLayout" Target="/ppt/slideLayouts/slideLayout10.xml" Id="R73126f3abbe248a6" /><Relationship Type="http://schemas.openxmlformats.org/officeDocument/2006/relationships/slideLayout" Target="/ppt/slideLayouts/slideLayout11.xml" Id="Rca9c7506d60945f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0b48c2127b4652"/>
    <p:sldLayoutId xmlns:r="http://schemas.openxmlformats.org/officeDocument/2006/relationships" id="2147483650" r:id="R03c229ceac8b4400"/>
    <p:sldLayoutId xmlns:r="http://schemas.openxmlformats.org/officeDocument/2006/relationships" id="2147483651" r:id="R8ad26d4d396d4ee4"/>
    <p:sldLayoutId xmlns:r="http://schemas.openxmlformats.org/officeDocument/2006/relationships" id="2147483652" r:id="R640c0aad8c8c4b92"/>
    <p:sldLayoutId xmlns:r="http://schemas.openxmlformats.org/officeDocument/2006/relationships" id="2147483653" r:id="Rde5cea1c930044df"/>
    <p:sldLayoutId xmlns:r="http://schemas.openxmlformats.org/officeDocument/2006/relationships" id="2147483654" r:id="R35a5275a915c4f45"/>
    <p:sldLayoutId xmlns:r="http://schemas.openxmlformats.org/officeDocument/2006/relationships" id="2147483655" r:id="R19b549ce022348c0"/>
    <p:sldLayoutId xmlns:r="http://schemas.openxmlformats.org/officeDocument/2006/relationships" id="2147483656" r:id="R7a081f89800a4b41"/>
    <p:sldLayoutId xmlns:r="http://schemas.openxmlformats.org/officeDocument/2006/relationships" id="2147483657" r:id="R981adcb065e7426e"/>
    <p:sldLayoutId xmlns:r="http://schemas.openxmlformats.org/officeDocument/2006/relationships" id="2147483658" r:id="R73126f3abbe248a6"/>
    <p:sldLayoutId xmlns:r="http://schemas.openxmlformats.org/officeDocument/2006/relationships" id="2147483659" r:id="Rca9c7506d60945f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e8de9fcf6fd426d" /><Relationship Type="http://schemas.openxmlformats.org/officeDocument/2006/relationships/notesSlide" Target="/ppt/notesSlides/notesSlide1.xml" Id="R0c6e634e6006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61be4cbc74312" /><Relationship Type="http://schemas.openxmlformats.org/officeDocument/2006/relationships/image" Target="/ppt/media/image.png" Id="R936cea714b8747f4" /><Relationship Type="http://schemas.openxmlformats.org/officeDocument/2006/relationships/image" Target="/ppt/media/image2.png" Id="R3d87f426484d4d64" /><Relationship Type="http://schemas.openxmlformats.org/officeDocument/2006/relationships/notesSlide" Target="/ppt/notesSlides/notesSlide2.xml" Id="Rd073950a84a343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fa820eafc7f4296" /><Relationship Type="http://schemas.openxmlformats.org/officeDocument/2006/relationships/notesSlide" Target="/ppt/notesSlides/notesSlide3.xml" Id="R301bd448a6a749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7f5d2954ba458a" /><Relationship Type="http://schemas.openxmlformats.org/officeDocument/2006/relationships/image" Target="/ppt/media/image3.png" Id="Rdf209c760fa54240" /><Relationship Type="http://schemas.openxmlformats.org/officeDocument/2006/relationships/image" Target="/ppt/media/image4.png" Id="R4aee92985e9b4b51" /><Relationship Type="http://schemas.openxmlformats.org/officeDocument/2006/relationships/notesSlide" Target="/ppt/notesSlides/notesSlide4.xml" Id="R776a12cf2bf14f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8d97433ed6473e" /><Relationship Type="http://schemas.openxmlformats.org/officeDocument/2006/relationships/image" Target="/ppt/media/image5.png" Id="Ra484e58e4a09455f" /><Relationship Type="http://schemas.openxmlformats.org/officeDocument/2006/relationships/image" Target="/ppt/media/image6.png" Id="R140ffc56ddd244fb" /><Relationship Type="http://schemas.openxmlformats.org/officeDocument/2006/relationships/notesSlide" Target="/ppt/notesSlides/notesSlide5.xml" Id="R57919b180aac4d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db962280454959" /><Relationship Type="http://schemas.openxmlformats.org/officeDocument/2006/relationships/image" Target="/ppt/media/image7.png" Id="R79f6982fed3a43c5" /><Relationship Type="http://schemas.openxmlformats.org/officeDocument/2006/relationships/image" Target="/ppt/media/image8.png" Id="Rf5df2af1dfd44402" /><Relationship Type="http://schemas.openxmlformats.org/officeDocument/2006/relationships/notesSlide" Target="/ppt/notesSlides/notesSlide6.xml" Id="R8f054f7c4f2f47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ee94d34ede4882" /><Relationship Type="http://schemas.openxmlformats.org/officeDocument/2006/relationships/image" Target="/ppt/media/image9.png" Id="Rec2b612d1a164b37" /><Relationship Type="http://schemas.openxmlformats.org/officeDocument/2006/relationships/image" Target="/ppt/media/image10.png" Id="Rcc521d665e254b5c" /><Relationship Type="http://schemas.openxmlformats.org/officeDocument/2006/relationships/image" Target="/ppt/media/image11.png" Id="R339fb80b28644abd" /><Relationship Type="http://schemas.openxmlformats.org/officeDocument/2006/relationships/image" Target="/ppt/media/image12.png" Id="R5c2cf6b59afb4e9e" /><Relationship Type="http://schemas.openxmlformats.org/officeDocument/2006/relationships/notesSlide" Target="/ppt/notesSlides/notesSlide7.xml" Id="Ra9b255a36ed848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90e39d8387415e" /><Relationship Type="http://schemas.openxmlformats.org/officeDocument/2006/relationships/image" Target="/ppt/media/image13.png" Id="R0f98dfa881c44475" /><Relationship Type="http://schemas.openxmlformats.org/officeDocument/2006/relationships/image" Target="/ppt/media/image14.png" Id="R47955841871d4377" /><Relationship Type="http://schemas.openxmlformats.org/officeDocument/2006/relationships/image" Target="/ppt/media/image15.png" Id="R87fa304d2cfd43b4" /><Relationship Type="http://schemas.openxmlformats.org/officeDocument/2006/relationships/image" Target="/ppt/media/image16.png" Id="R97141ddf457b4018" /><Relationship Type="http://schemas.openxmlformats.org/officeDocument/2006/relationships/image" Target="/ppt/media/image17.png" Id="R701c60fa88c4423f" /><Relationship Type="http://schemas.openxmlformats.org/officeDocument/2006/relationships/image" Target="/ppt/media/image18.png" Id="R09333cc79cca47b0" /><Relationship Type="http://schemas.openxmlformats.org/officeDocument/2006/relationships/notesSlide" Target="/ppt/notesSlides/notesSlide8.xml" Id="R5e89e26522fd42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976dc61f78240d9" /><Relationship Type="http://schemas.openxmlformats.org/officeDocument/2006/relationships/notesSlide" Target="/ppt/notesSlides/notesSlide9.xml" Id="Ra08a48c0369e4a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f1035d128f4d9f" /><Relationship Type="http://schemas.openxmlformats.org/officeDocument/2006/relationships/image" Target="/ppt/media/image19.png" Id="Rb50ef9ca0bcd4176" /><Relationship Type="http://schemas.openxmlformats.org/officeDocument/2006/relationships/image" Target="/ppt/media/image20.png" Id="R9b73b459cf324c97" /><Relationship Type="http://schemas.openxmlformats.org/officeDocument/2006/relationships/notesSlide" Target="/ppt/notesSlides/notesSlide10.xml" Id="Rff949037554d46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2858a77f914a78" /><Relationship Type="http://schemas.openxmlformats.org/officeDocument/2006/relationships/image" Target="/ppt/media/image21.png" Id="Recccf01ae6f34a0b" /><Relationship Type="http://schemas.openxmlformats.org/officeDocument/2006/relationships/image" Target="/ppt/media/image22.png" Id="R01a4610f6dc94c08" /><Relationship Type="http://schemas.openxmlformats.org/officeDocument/2006/relationships/notesSlide" Target="/ppt/notesSlides/notesSlide11.xml" Id="Re8c0177e630941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cd94d1c00a458c" /><Relationship Type="http://schemas.openxmlformats.org/officeDocument/2006/relationships/image" Target="/ppt/media/image23.png" Id="R99f9d9a7c8f44971" /><Relationship Type="http://schemas.openxmlformats.org/officeDocument/2006/relationships/image" Target="/ppt/media/image24.png" Id="Rd97a190712b044cc" /><Relationship Type="http://schemas.openxmlformats.org/officeDocument/2006/relationships/notesSlide" Target="/ppt/notesSlides/notesSlide12.xml" Id="Rce63d1d8175745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cea714b8747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721293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7f426484d4d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1850" y="1104900"/>
            <a:ext cx="2957513" cy="2721293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2B32F-4020-4200-A5AE-DC637906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3C073-5C53-493A-933E-2EC7EE67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B5F9C-648F-4279-AABF-8F455FB6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motherboard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FD9F8-043B-4EE1-8375-CB56C57C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762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ESP32, ADS1256, TCA9548, dan MCP4725 berada pada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Jalur analog memakai INA333, OPA333, dan LM321. Sensor serta bridge MQ masih berada pada board utama.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mengatur wake-up/deep-sleep dan kontrol catu 5V/3.3V board, sementara baterai dipertahankan.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ULN2003 mengendalikan buzzer, alarm 5V, dan DC fan.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09c760fa542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162050"/>
            <a:ext cx="2905125" cy="27622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e92985e9b4b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1162050"/>
            <a:ext cx="2724150" cy="276225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9C8CC-2A5E-46B9-9D21-4C4DE4FF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SensorBoardMQ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51A29-F899-443F-A72E-BBBF4B78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83C5E-1F7D-441A-B1C1-2046AB8D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Bagian dari perubahan 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E384E-DA51-4B1A-87F1-3A58CFA8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rangkaian bridge sensor MQ dipisahkan dari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TPS22919 pada module mengendalikan ON/OFF daya sensor MQ.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Module terhubung ke motherboard melalui socket.</a:t>
            </a:r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4e58e4a0945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466975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ffc56ddd244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104900"/>
            <a:ext cx="2647950" cy="25050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A2918-C562-46BA-A784-9B408D8C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1A8BC-EF68-4040-B169-9A4D54C6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FF0D8-7D9A-47C8-B2F2-51CC2CBD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65D65-750A-4FDA-91C6-F758B92C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762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LM321 diganti OPA320 pada jalur analog. PCF8574 dan SHT40 juga ditambahkan.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bridge MQ pindah ke SensorBoardMQ yang memakai TPS22919 untuk ON/OFF daya sensor.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DC fan tidak ada. Pin Alarm menyediakan tegangan 24V.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Pemilih 24V/Battery/5V terhubung langsung tanpa jumper. Pada revisi awal V2, +5VA belum tersambung.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6982fed3a43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657475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f2af1dfd444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104900"/>
            <a:ext cx="2809875" cy="26574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20A81-1419-4878-9A3B-338E3D4E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996D0-8D51-4849-9A6B-D291629A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404FC-BDC8-441F-8F48-9C4D4A68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BA33D-0BC0-46A4-BAD3-22F892B0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DC_FAN 5V sudah tersedia kembali.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+5VA sudah tersambung dan diperbaiki.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Konfigurasi sensor module, OPA320, ADS1256, TCA9548, PCF8574, dan SHT40 tetap dipertahankan.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b612d1a164b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876300"/>
            <a:ext cx="3000375" cy="25717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21d665e254b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876300"/>
            <a:ext cx="268605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fb80b28644a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3638550"/>
            <a:ext cx="2952750" cy="2571750"/>
          </a:xfrm>
          <a:prstGeom xmlns:a="http://schemas.openxmlformats.org/drawingml/2006/main" prst="rect">
            <a:avLst/>
          </a:prstGeom>
        </p:spPr>
      </p:pic>
      <p:pic>
        <p:nvPicPr>
          <p:cNvPr id="1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cf6b59afb4e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3638550"/>
            <a:ext cx="2686050" cy="2524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35CCF-1E81-45FF-903F-02DB20A9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209B1-493B-4612-A76D-9B57E863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DAC86-70F9-44CB-AA43-BBE5F7C0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B82C6-E2CA-4FF5-8943-0E692DC3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Ditambahkan lubang baut untuk pemasangan motherboard ke cover PCB.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Cover PCB terpisah ditambahkan untuk men-terminalkan koneksi dan menutupi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Gambar kanan bawah menunjukkan Cover PCB dengan terminal berwarna hijau.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8dfa881c444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" y="809625"/>
            <a:ext cx="2019300" cy="18669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55841871d43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47900" y="809625"/>
            <a:ext cx="2057400" cy="18573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a304d2cfd43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" y="2800350"/>
            <a:ext cx="1895475" cy="1781175"/>
          </a:xfrm>
          <a:prstGeom xmlns:a="http://schemas.openxmlformats.org/drawingml/2006/main" prst="rect">
            <a:avLst/>
          </a:prstGeom>
        </p:spPr>
      </p:pic>
      <p:pic>
        <p:nvPicPr>
          <p:cNvPr id="3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41ddf457b40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3600" y="2800350"/>
            <a:ext cx="1990725" cy="1781175"/>
          </a:xfrm>
          <a:prstGeom xmlns:a="http://schemas.openxmlformats.org/drawingml/2006/main" prst="rect">
            <a:avLst/>
          </a:prstGeom>
        </p:spPr>
      </p:pic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c60fa88c442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809625"/>
            <a:ext cx="1885950" cy="1724025"/>
          </a:xfrm>
          <a:prstGeom xmlns:a="http://schemas.openxmlformats.org/drawingml/2006/main" prst="rect">
            <a:avLst/>
          </a:prstGeom>
        </p:spPr>
      </p:pic>
      <p:pic>
        <p:nvPicPr>
          <p:cNvPr id="36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33cc79cca47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2724150"/>
            <a:ext cx="1866900" cy="1762125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42950"/>
            <a:ext cx="428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74320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723900"/>
            <a:ext cx="2000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9097C3-C284-42A5-AC65-64BB6856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0EA205-C495-4F97-9B31-E49AAFCB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BDD6ED-F0E1-4EC5-B41C-53959289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30C403-EF51-4979-871A-496A883D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MotherBoardAdapter mempertahankan ESP32 dan TPL5010. Konektor 16-pin PHD2.0 membawa antarmuka menuju Sensor PCB.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ADS1256, TCA9548, OPA320, PCF8574, SHT40, dan +5VA tidak lagi berada pada motherboard.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Fungsi-fungsi tersebut dipisahkan ke Sensor PCB.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ef9ca0bcd4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3b459cf324c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762FF-B78C-45FA-B340-CE6720B1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48F34-0E37-4621-AAD2-25E63A28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FC3DE-DFA4-45A8-A1A9-0375D3E1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88C8D-857D-49E6-8A7F-532AAFB4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Papan memanjang dengan holder baterai dan konektor antena SMA.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sudah ada pada baseline source CH V1.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Archive tidak membuktikan perubahan fungsi TPL5010 sebagai penambahan khusus versi berikutnya.</a:t>
            </a:r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cf01ae6f3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" y="971550"/>
            <a:ext cx="3048000" cy="2952750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4610f6dc94c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6125" y="971550"/>
            <a:ext cx="3152775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EABB8-3657-490E-ABE0-E1AAE499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44806-7E86-4E69-86F7-8D04F517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9E7DE-7647-4217-B849-1796674D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08D48-8624-4090-9448-3A030F79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PCB berbentuk lingkaran agar sesuai dengan casing aluminium.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antena diganti menjadi pin untuk sambungan ke connector antena fiberglass.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tetap ada pada source V2, seperti baseline V1.</a:t>
            </a:r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9d9a7c8f44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a190712b044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484F6-1199-4DAC-8300-8A638780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8360D-3BB4-4CC5-9D8D-D14A0C6A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23408-CF83-444B-B8D8-B90438DE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Bentuk modifikasi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6ABE5-BABB-4A43-8114-3C2E8AFD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Kembali memakai papan memanjang dengan holder baterai.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tetap tercantum pada source V3.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Karena TPL5010 juga ada pada baseline V1, source archive tidak mendukung klaim bahwa IC ini baru ditambahkan pada V3.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2026-10-02T06:39:06.0400000Z</dcterms:created>
  <dcterms:modified xsi:type="dcterms:W3CDTF">2026-10-02T06:39:06.0400000Z</dcterms:modified>
</coreProperties>
</file>