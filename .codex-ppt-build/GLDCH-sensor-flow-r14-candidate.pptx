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6f375e9c4415e" /><Relationship Type="http://schemas.openxmlformats.org/officeDocument/2006/relationships/extended-properties" Target="/docProps/app.xml" Id="Re142058736ee4ec7" /><Relationship Type="http://schemas.openxmlformats.org/officeDocument/2006/relationships/officeDocument" Target="/ppt/presentation.xml" Id="R7837f8d1ceb747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d150616c854ece"/>
  </p:sldMasterIdLst>
  <p:notesMasterIdLst>
    <p:notesMasterId xmlns:r="http://schemas.openxmlformats.org/officeDocument/2006/relationships" r:id="R41680ba2e58244b1"/>
  </p:notesMasterIdLst>
  <p:sldIdLst>
    <p:sldId xmlns:r="http://schemas.openxmlformats.org/officeDocument/2006/relationships" id="256" r:id="Re25c09c44b844e60"/>
    <p:sldId xmlns:r="http://schemas.openxmlformats.org/officeDocument/2006/relationships" id="257" r:id="Rb9eae6c58d554d63"/>
    <p:sldId xmlns:r="http://schemas.openxmlformats.org/officeDocument/2006/relationships" id="258" r:id="R370a682e8b7a42ba"/>
    <p:sldId xmlns:r="http://schemas.openxmlformats.org/officeDocument/2006/relationships" id="259" r:id="Ra039d3472de44f32"/>
    <p:sldId xmlns:r="http://schemas.openxmlformats.org/officeDocument/2006/relationships" id="260" r:id="Rff4f7576e66f447b"/>
    <p:sldId xmlns:r="http://schemas.openxmlformats.org/officeDocument/2006/relationships" id="261" r:id="R21082e4ebb444e56"/>
    <p:sldId xmlns:r="http://schemas.openxmlformats.org/officeDocument/2006/relationships" id="262" r:id="R65eae19fa3da4ee7"/>
    <p:sldId xmlns:r="http://schemas.openxmlformats.org/officeDocument/2006/relationships" id="263" r:id="R5cead3f79f134ac2"/>
    <p:sldId xmlns:r="http://schemas.openxmlformats.org/officeDocument/2006/relationships" id="264" r:id="R0ab481f9c7464d1c"/>
    <p:sldId xmlns:r="http://schemas.openxmlformats.org/officeDocument/2006/relationships" id="265" r:id="Rd76950ac90fd405a"/>
    <p:sldId xmlns:r="http://schemas.openxmlformats.org/officeDocument/2006/relationships" id="266" r:id="R305afc52fa1545c8"/>
    <p:sldId xmlns:r="http://schemas.openxmlformats.org/officeDocument/2006/relationships" id="267" r:id="Rb9e17d8cd998406c"/>
    <p:sldId xmlns:r="http://schemas.openxmlformats.org/officeDocument/2006/relationships" id="268" r:id="R7445b20f95f34ce5"/>
    <p:sldId xmlns:r="http://schemas.openxmlformats.org/officeDocument/2006/relationships" id="269" r:id="R9f0526120bcc43ee"/>
    <p:sldId xmlns:r="http://schemas.openxmlformats.org/officeDocument/2006/relationships" id="270" r:id="R24c294ed33b84ead"/>
    <p:sldId xmlns:r="http://schemas.openxmlformats.org/officeDocument/2006/relationships" id="271" r:id="R4e51587c79b44f6c"/>
    <p:sldId xmlns:r="http://schemas.openxmlformats.org/officeDocument/2006/relationships" id="272" r:id="Rf6d6c047dc114f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2531e95a704233" /><Relationship Type="http://schemas.openxmlformats.org/officeDocument/2006/relationships/slideMaster" Target="/ppt/slideMasters/slideMaster1.xml" Id="Rc5d150616c854ece" /><Relationship Type="http://schemas.openxmlformats.org/officeDocument/2006/relationships/notesMaster" Target="/ppt/notesMasters/notesMaster1.xml" Id="R41680ba2e58244b1" /><Relationship Type="http://schemas.openxmlformats.org/officeDocument/2006/relationships/presProps" Target="/ppt/presProps.xml" Id="Rcc59113be3e24709" /><Relationship Type="http://schemas.openxmlformats.org/officeDocument/2006/relationships/viewProps" Target="/ppt/viewProps.xml" Id="Rbbc32a26c023421b" /><Relationship Type="http://schemas.openxmlformats.org/officeDocument/2006/relationships/tableStyles" Target="/ppt/tableStyles.xml" Id="Rad97ecbc82c3446c" /><Relationship Type="http://schemas.openxmlformats.org/officeDocument/2006/relationships/slide" Target="/ppt/slides/slide1.xml" Id="Re25c09c44b844e60" /><Relationship Type="http://schemas.openxmlformats.org/officeDocument/2006/relationships/slide" Target="/ppt/slides/slide2.xml" Id="Rb9eae6c58d554d63" /><Relationship Type="http://schemas.openxmlformats.org/officeDocument/2006/relationships/slide" Target="/ppt/slides/slide3.xml" Id="R370a682e8b7a42ba" /><Relationship Type="http://schemas.openxmlformats.org/officeDocument/2006/relationships/slide" Target="/ppt/slides/slide4.xml" Id="Ra039d3472de44f32" /><Relationship Type="http://schemas.openxmlformats.org/officeDocument/2006/relationships/slide" Target="/ppt/slides/slide5.xml" Id="Rff4f7576e66f447b" /><Relationship Type="http://schemas.openxmlformats.org/officeDocument/2006/relationships/slide" Target="/ppt/slides/slide6.xml" Id="R21082e4ebb444e56" /><Relationship Type="http://schemas.openxmlformats.org/officeDocument/2006/relationships/slide" Target="/ppt/slides/slide7.xml" Id="R65eae19fa3da4ee7" /><Relationship Type="http://schemas.openxmlformats.org/officeDocument/2006/relationships/slide" Target="/ppt/slides/slide8.xml" Id="R5cead3f79f134ac2" /><Relationship Type="http://schemas.openxmlformats.org/officeDocument/2006/relationships/slide" Target="/ppt/slides/slide9.xml" Id="R0ab481f9c7464d1c" /><Relationship Type="http://schemas.openxmlformats.org/officeDocument/2006/relationships/slide" Target="/ppt/slides/slide10.xml" Id="Rd76950ac90fd405a" /><Relationship Type="http://schemas.openxmlformats.org/officeDocument/2006/relationships/slide" Target="/ppt/slides/slide11.xml" Id="R305afc52fa1545c8" /><Relationship Type="http://schemas.openxmlformats.org/officeDocument/2006/relationships/slide" Target="/ppt/slides/slide12.xml" Id="Rb9e17d8cd998406c" /><Relationship Type="http://schemas.openxmlformats.org/officeDocument/2006/relationships/slide" Target="/ppt/slides/slide13.xml" Id="R7445b20f95f34ce5" /><Relationship Type="http://schemas.openxmlformats.org/officeDocument/2006/relationships/slide" Target="/ppt/slides/slide14.xml" Id="R9f0526120bcc43ee" /><Relationship Type="http://schemas.openxmlformats.org/officeDocument/2006/relationships/slide" Target="/ppt/slides/slide15.xml" Id="R24c294ed33b84ead" /><Relationship Type="http://schemas.openxmlformats.org/officeDocument/2006/relationships/slide" Target="/ppt/slides/slide16.xml" Id="R4e51587c79b44f6c" /><Relationship Type="http://schemas.openxmlformats.org/officeDocument/2006/relationships/slide" Target="/ppt/slides/slide17.xml" Id="Rf6d6c047dc11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3ba55b52a1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542447522140f9" /><Relationship Type="http://schemas.openxmlformats.org/officeDocument/2006/relationships/notesMaster" Target="/ppt/notesMasters/notesMaster1.xml" Id="Ree90992e613b46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4010ca6d8741c5" /><Relationship Type="http://schemas.openxmlformats.org/officeDocument/2006/relationships/notesMaster" Target="/ppt/notesMasters/notesMaster1.xml" Id="Rb64ccfd6102343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c8905288714658" /><Relationship Type="http://schemas.openxmlformats.org/officeDocument/2006/relationships/notesMaster" Target="/ppt/notesMasters/notesMaster1.xml" Id="R1b2e8ecc8c9342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88aab7cf3442fb" /><Relationship Type="http://schemas.openxmlformats.org/officeDocument/2006/relationships/notesMaster" Target="/ppt/notesMasters/notesMaster1.xml" Id="Rf2882bd7faee48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15740ea0b4b85" /><Relationship Type="http://schemas.openxmlformats.org/officeDocument/2006/relationships/notesMaster" Target="/ppt/notesMasters/notesMaster1.xml" Id="Rc762f9ee2ab849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72273e7f344430" /><Relationship Type="http://schemas.openxmlformats.org/officeDocument/2006/relationships/notesMaster" Target="/ppt/notesMasters/notesMaster1.xml" Id="R0e615adf932f4f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6be35543bb4ebc" /><Relationship Type="http://schemas.openxmlformats.org/officeDocument/2006/relationships/notesMaster" Target="/ppt/notesMasters/notesMaster1.xml" Id="R43c4537ce97b4c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cb5c30f3ed4fe9" /><Relationship Type="http://schemas.openxmlformats.org/officeDocument/2006/relationships/notesMaster" Target="/ppt/notesMasters/notesMaster1.xml" Id="Rb645f0f6ddfd40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4bc6d597cc4496" /><Relationship Type="http://schemas.openxmlformats.org/officeDocument/2006/relationships/notesMaster" Target="/ppt/notesMasters/notesMaster1.xml" Id="Rdb618403159a43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f48c31546946af" /><Relationship Type="http://schemas.openxmlformats.org/officeDocument/2006/relationships/notesMaster" Target="/ppt/notesMasters/notesMaster1.xml" Id="R7e44b961ada149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eca7394c0c4557" /><Relationship Type="http://schemas.openxmlformats.org/officeDocument/2006/relationships/notesMaster" Target="/ppt/notesMasters/notesMaster1.xml" Id="R3f8c144e7d0441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4bfa3a3d55462a" /><Relationship Type="http://schemas.openxmlformats.org/officeDocument/2006/relationships/notesMaster" Target="/ppt/notesMasters/notesMaster1.xml" Id="R6e8d7bd8c1eb48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66a5c18b174025" /><Relationship Type="http://schemas.openxmlformats.org/officeDocument/2006/relationships/notesMaster" Target="/ppt/notesMasters/notesMaster1.xml" Id="R750539daddf544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ed6f21059342bd" /><Relationship Type="http://schemas.openxmlformats.org/officeDocument/2006/relationships/notesMaster" Target="/ppt/notesMasters/notesMaster1.xml" Id="R19c43a8e190343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7fc53d421d4a31" /><Relationship Type="http://schemas.openxmlformats.org/officeDocument/2006/relationships/notesMaster" Target="/ppt/notesMasters/notesMaster1.xml" Id="Redbffc154cd549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56f627896b4991" /><Relationship Type="http://schemas.openxmlformats.org/officeDocument/2006/relationships/notesMaster" Target="/ppt/notesMasters/notesMaster1.xml" Id="Rac6ccee35a4d44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13ce483df94c19" /><Relationship Type="http://schemas.openxmlformats.org/officeDocument/2006/relationships/notesMaster" Target="/ppt/notesMasters/notesMaster1.xml" Id="Rc4c1d1b58bd34d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790a6ba3142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2b3e04bc34d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f423d5b2344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22c66ac3445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28da68e9b4c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39ede1aee4c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e92ffebfc4f8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0a8eb07804d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748a93cc1496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e7fa9a0a1430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78179879a4d8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4c43ebddc341bf" /><Relationship Type="http://schemas.openxmlformats.org/officeDocument/2006/relationships/slideLayout" Target="/ppt/slideLayouts/slideLayout1.xml" Id="Re36a385aa9304f98" /><Relationship Type="http://schemas.openxmlformats.org/officeDocument/2006/relationships/slideLayout" Target="/ppt/slideLayouts/slideLayout2.xml" Id="R2cdd34b7af174381" /><Relationship Type="http://schemas.openxmlformats.org/officeDocument/2006/relationships/slideLayout" Target="/ppt/slideLayouts/slideLayout3.xml" Id="Rbb4cb3c5f26c4506" /><Relationship Type="http://schemas.openxmlformats.org/officeDocument/2006/relationships/slideLayout" Target="/ppt/slideLayouts/slideLayout4.xml" Id="Redb0074ea39947a2" /><Relationship Type="http://schemas.openxmlformats.org/officeDocument/2006/relationships/slideLayout" Target="/ppt/slideLayouts/slideLayout5.xml" Id="R0c4cc85bb2b44fd7" /><Relationship Type="http://schemas.openxmlformats.org/officeDocument/2006/relationships/slideLayout" Target="/ppt/slideLayouts/slideLayout6.xml" Id="R5acf2a0ddd864bc8" /><Relationship Type="http://schemas.openxmlformats.org/officeDocument/2006/relationships/slideLayout" Target="/ppt/slideLayouts/slideLayout7.xml" Id="R4d144d5d80c04bc4" /><Relationship Type="http://schemas.openxmlformats.org/officeDocument/2006/relationships/slideLayout" Target="/ppt/slideLayouts/slideLayout8.xml" Id="R03a32e281aa84406" /><Relationship Type="http://schemas.openxmlformats.org/officeDocument/2006/relationships/slideLayout" Target="/ppt/slideLayouts/slideLayout9.xml" Id="Ra9a1f3977a474242" /><Relationship Type="http://schemas.openxmlformats.org/officeDocument/2006/relationships/slideLayout" Target="/ppt/slideLayouts/slideLayout10.xml" Id="R8493ba2f1fbf4cc5" /><Relationship Type="http://schemas.openxmlformats.org/officeDocument/2006/relationships/slideLayout" Target="/ppt/slideLayouts/slideLayout11.xml" Id="R6b5fdca1d2324a0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6a385aa9304f98"/>
    <p:sldLayoutId xmlns:r="http://schemas.openxmlformats.org/officeDocument/2006/relationships" id="2147483650" r:id="R2cdd34b7af174381"/>
    <p:sldLayoutId xmlns:r="http://schemas.openxmlformats.org/officeDocument/2006/relationships" id="2147483651" r:id="Rbb4cb3c5f26c4506"/>
    <p:sldLayoutId xmlns:r="http://schemas.openxmlformats.org/officeDocument/2006/relationships" id="2147483652" r:id="Redb0074ea39947a2"/>
    <p:sldLayoutId xmlns:r="http://schemas.openxmlformats.org/officeDocument/2006/relationships" id="2147483653" r:id="R0c4cc85bb2b44fd7"/>
    <p:sldLayoutId xmlns:r="http://schemas.openxmlformats.org/officeDocument/2006/relationships" id="2147483654" r:id="R5acf2a0ddd864bc8"/>
    <p:sldLayoutId xmlns:r="http://schemas.openxmlformats.org/officeDocument/2006/relationships" id="2147483655" r:id="R4d144d5d80c04bc4"/>
    <p:sldLayoutId xmlns:r="http://schemas.openxmlformats.org/officeDocument/2006/relationships" id="2147483656" r:id="R03a32e281aa84406"/>
    <p:sldLayoutId xmlns:r="http://schemas.openxmlformats.org/officeDocument/2006/relationships" id="2147483657" r:id="Ra9a1f3977a474242"/>
    <p:sldLayoutId xmlns:r="http://schemas.openxmlformats.org/officeDocument/2006/relationships" id="2147483658" r:id="R8493ba2f1fbf4cc5"/>
    <p:sldLayoutId xmlns:r="http://schemas.openxmlformats.org/officeDocument/2006/relationships" id="2147483659" r:id="R6b5fdca1d2324a0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ae4878041740a9" /><Relationship Type="http://schemas.openxmlformats.org/officeDocument/2006/relationships/notesSlide" Target="/ppt/notesSlides/notesSlide1.xml" Id="R213c3ddefa1f49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d3fc3ccd646b9" /><Relationship Type="http://schemas.openxmlformats.org/officeDocument/2006/relationships/image" Target="/ppt/media/image.png" Id="R00a613c096814262" /><Relationship Type="http://schemas.openxmlformats.org/officeDocument/2006/relationships/image" Target="/ppt/media/image2.png" Id="R2f1ec31e7f5441d2" /><Relationship Type="http://schemas.openxmlformats.org/officeDocument/2006/relationships/notesSlide" Target="/ppt/notesSlides/notesSlide2.xml" Id="Rd0e28b2197124a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4d6b0f3d5948ce" /><Relationship Type="http://schemas.openxmlformats.org/officeDocument/2006/relationships/notesSlide" Target="/ppt/notesSlides/notesSlide3.xml" Id="R9912b39032c849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273745a374ffe" /><Relationship Type="http://schemas.openxmlformats.org/officeDocument/2006/relationships/image" Target="/ppt/media/image3.png" Id="Rd5598527035b4ba7" /><Relationship Type="http://schemas.openxmlformats.org/officeDocument/2006/relationships/image" Target="/ppt/media/image4.png" Id="Rb8f8c2bbb31e4caa" /><Relationship Type="http://schemas.openxmlformats.org/officeDocument/2006/relationships/notesSlide" Target="/ppt/notesSlides/notesSlide4.xml" Id="R9a43658f4bb141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178b4d69354d4a" /><Relationship Type="http://schemas.openxmlformats.org/officeDocument/2006/relationships/notesSlide" Target="/ppt/notesSlides/notesSlide5.xml" Id="R36c1401ae6c042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fd1aee8d3c4426" /><Relationship Type="http://schemas.openxmlformats.org/officeDocument/2006/relationships/image" Target="/ppt/media/image5.png" Id="Rcfd6f35b47de465a" /><Relationship Type="http://schemas.openxmlformats.org/officeDocument/2006/relationships/image" Target="/ppt/media/image6.png" Id="R42bb8a49c2e3485a" /><Relationship Type="http://schemas.openxmlformats.org/officeDocument/2006/relationships/notesSlide" Target="/ppt/notesSlides/notesSlide6.xml" Id="R474ff6234e9c4d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4096b28d7641ad" /><Relationship Type="http://schemas.openxmlformats.org/officeDocument/2006/relationships/notesSlide" Target="/ppt/notesSlides/notesSlide7.xml" Id="R380aaba207fd42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0d2123421a4136" /><Relationship Type="http://schemas.openxmlformats.org/officeDocument/2006/relationships/image" Target="/ppt/media/image7.png" Id="R36fdb44d04f74c89" /><Relationship Type="http://schemas.openxmlformats.org/officeDocument/2006/relationships/image" Target="/ppt/media/image8.png" Id="R96d9a18fe1664cce" /><Relationship Type="http://schemas.openxmlformats.org/officeDocument/2006/relationships/notesSlide" Target="/ppt/notesSlides/notesSlide8.xml" Id="Rd667b6f9b37842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a370ae4dba4a19" /><Relationship Type="http://schemas.openxmlformats.org/officeDocument/2006/relationships/image" Target="/ppt/media/image9.png" Id="R069b6f830b1c4b31" /><Relationship Type="http://schemas.openxmlformats.org/officeDocument/2006/relationships/image" Target="/ppt/media/image10.png" Id="R8aa34e1f30f244a3" /><Relationship Type="http://schemas.openxmlformats.org/officeDocument/2006/relationships/image" Target="/ppt/media/image11.png" Id="R4c2d0788db274984" /><Relationship Type="http://schemas.openxmlformats.org/officeDocument/2006/relationships/image" Target="/ppt/media/image12.png" Id="R6e5f5dc79bba4d48" /><Relationship Type="http://schemas.openxmlformats.org/officeDocument/2006/relationships/notesSlide" Target="/ppt/notesSlides/notesSlide9.xml" Id="R248f83e6ee5e4a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6647f0c0894373" /><Relationship Type="http://schemas.openxmlformats.org/officeDocument/2006/relationships/image" Target="/ppt/media/image13.png" Id="R3bea804ac86442d1" /><Relationship Type="http://schemas.openxmlformats.org/officeDocument/2006/relationships/image" Target="/ppt/media/image14.png" Id="Rf86e66fb2a3f4617" /><Relationship Type="http://schemas.openxmlformats.org/officeDocument/2006/relationships/image" Target="/ppt/media/image15.png" Id="Rf236e06e6b34443c" /><Relationship Type="http://schemas.openxmlformats.org/officeDocument/2006/relationships/image" Target="/ppt/media/image16.png" Id="Rff26dbb018a94701" /><Relationship Type="http://schemas.openxmlformats.org/officeDocument/2006/relationships/image" Target="/ppt/media/image17.png" Id="R9c904ac493174592" /><Relationship Type="http://schemas.openxmlformats.org/officeDocument/2006/relationships/image" Target="/ppt/media/image18.png" Id="Rada67f3536da4767" /><Relationship Type="http://schemas.openxmlformats.org/officeDocument/2006/relationships/notesSlide" Target="/ppt/notesSlides/notesSlide10.xml" Id="R6a0fc9644f854b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8024e112074e7b" /><Relationship Type="http://schemas.openxmlformats.org/officeDocument/2006/relationships/notesSlide" Target="/ppt/notesSlides/notesSlide11.xml" Id="R96d81b1c49bc49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3c8b8c0b74471a" /><Relationship Type="http://schemas.openxmlformats.org/officeDocument/2006/relationships/notesSlide" Target="/ppt/notesSlides/notesSlide12.xml" Id="R00bf5a9a22d441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a0b4ca45b14ce3" /><Relationship Type="http://schemas.openxmlformats.org/officeDocument/2006/relationships/image" Target="/ppt/media/image19.png" Id="R44e9ab0a64ab4e06" /><Relationship Type="http://schemas.openxmlformats.org/officeDocument/2006/relationships/image" Target="/ppt/media/image20.png" Id="Rf3032369ac494294" /><Relationship Type="http://schemas.openxmlformats.org/officeDocument/2006/relationships/notesSlide" Target="/ppt/notesSlides/notesSlide13.xml" Id="R881e8b36ee5e41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56fbe63b104709" /><Relationship Type="http://schemas.openxmlformats.org/officeDocument/2006/relationships/image" Target="/ppt/media/image21.png" Id="Rf2d50226f16c4557" /><Relationship Type="http://schemas.openxmlformats.org/officeDocument/2006/relationships/image" Target="/ppt/media/image22.png" Id="R8c53f9b1a0e3482e" /><Relationship Type="http://schemas.openxmlformats.org/officeDocument/2006/relationships/notesSlide" Target="/ppt/notesSlides/notesSlide14.xml" Id="Raba1cf25130d43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da78ebd75d4e22" /><Relationship Type="http://schemas.openxmlformats.org/officeDocument/2006/relationships/image" Target="/ppt/media/image23.png" Id="Rfd202393a7c04e8e" /><Relationship Type="http://schemas.openxmlformats.org/officeDocument/2006/relationships/image" Target="/ppt/media/image24.png" Id="Red61e3e0959a4c72" /><Relationship Type="http://schemas.openxmlformats.org/officeDocument/2006/relationships/notesSlide" Target="/ppt/notesSlides/notesSlide15.xml" Id="R07712f817fb048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103500b5704ae4" /><Relationship Type="http://schemas.openxmlformats.org/officeDocument/2006/relationships/notesSlide" Target="/ppt/notesSlides/notesSlide16.xml" Id="Rebb22a3ad3c941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2823477524798" /><Relationship Type="http://schemas.openxmlformats.org/officeDocument/2006/relationships/notesSlide" Target="/ppt/notesSlides/notesSlide17.xml" Id="Rb85527a24f914b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613c096814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ec31e7f5441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439C2-642D-4897-8C32-1E2EF6B6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0"/>
            <a:ext cx="1152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33375" y="4286250"/>
          <a:ext xmlns:a="http://schemas.openxmlformats.org/drawingml/2006/main" cx="11525250" cy="1571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19250"/>
                <a:gridCol w="9906000"/>
              </a:tblGrid>
              <a:tr h="2619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— baseline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footprint/sirkuit sensor menyatu pada motherboard (gambar PCB); MCP4725 terdapat di source V1.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dan SHT40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Tersedia pada source V1 untuk blok analog.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 pada motherboard V1.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98527035b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8c2bbb31e4c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DBB2A7-02D1-48CE-946F-A36D7E3E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397FE-E856-425F-9114-C77E4F1A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58B3F-5AFE-40F1-94D4-91A9F195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440DC-C737-4E02-82D1-2F3C4987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B451D-E0AD-40ED-AE0D-D843587D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27DD9-63DB-4E48-A5F9-8A3A716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C87A8-0DA0-47B8-B90D-F16DCF3A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71E9B-EB20-496F-947C-C0AE0058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09A2B-52BA-44EA-ACF2-314CBBEF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682EE-20C0-45D4-BF87-95DBFBB5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FF343-3B02-4C66-9F7D-52178B41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8B8E9-0533-4846-8083-7BAB218C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E6D49-D909-451D-ACC7-C9F74040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4117A-AB49-42C2-A495-A6D20A27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97406-BAF6-47DD-B6ED-77D9C915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7F851-6617-496D-A1B0-D8245939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D08DB-A4F3-45B7-AC45-B83713CE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7F332-994C-4DB0-BE29-44872EF0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79908-7A65-45E6-854F-8B2469E4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AC874-9688-4DD3-A8E9-8AB54D25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8DAF0-369F-4B2D-A4A0-A9DFB150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370C2-168F-42AA-86D1-210CFB92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7026C-A1A2-4205-8060-D9C3E6A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69F55-5F29-4D21-9C8C-B53F04C9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21245-1986-4B80-8BD4-18BADF9C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557B1-B085-428D-A2D6-000AD9FD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B9C604-F2C5-4761-AAF3-0039235C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C9A1C-1525-4F89-B3C9-2B7177A3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76838B-71BD-416F-BCE1-8FEFAA3D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6392D6-14C6-4245-83BB-5473F3BA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CD1BD4-D16A-48AF-8394-A0B0318D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B41E29-26AC-4285-9BAC-DB62DDA5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14801647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6f35b47de46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b8a49c2e348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D6599-884C-4AD0-A7D8-44B2F78F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00500"/>
            <a:ext cx="1152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000500"/>
          <a:ext xmlns:a="http://schemas.openxmlformats.org/drawingml/2006/main" cx="11525250" cy="1714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4492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Terpisah sebagai sensor module eksternal melalui H2/H1/H3–H8.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OPA320; ADS1256 tetap membaca AIN0–AIN7.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P0–P7 → EN0–EN7; TPS22919 mengendalikan rail sensor.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pada root I2C 0x44.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ada; MCP di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tetap ada; MCP4725 berada per module dan dipilih via TCA 0x71.</a:t>
                      </a:r>
                    </a:p>
                  </a:txBody>
                  <a:tcPr marL="91440" marR="91440" marT="45720" marB="45720"/>
                </a:tc>
              </a:tr>
              <a:tr h="24492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489C5-3FD7-4DB7-A0CE-1B0F9F4E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22639-C71D-42BF-A09B-5158B76A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65C5C-B200-4D10-8E11-9DE5B63A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5C0E1-9900-4551-AC15-5736B543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235E9-00DB-4253-B0E7-969D63C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10564523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db44d04f74c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9a18fe1664c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15E34-22C5-4869-BAD7-4495A8A9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0"/>
            <a:ext cx="1152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286250"/>
          <a:ext xmlns:a="http://schemas.openxmlformats.org/drawingml/2006/main" cx="11525250" cy="1571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619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 via H2/H1/H3–H8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I2C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+5VA, TCA9548A, 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Blok acquisition utama sama pada source; tidak ada IC baru yang ditemukan.</a:t>
                      </a:r>
                    </a:p>
                  </a:txBody>
                  <a:tcPr marL="91440" marR="91440" marT="45720" marB="45720"/>
                </a:tc>
              </a:tr>
              <a:tr h="26193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b6f830b1c4b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34e1f30f244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d0788db2749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f5dc79bba4d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CDE9A-DE34-488E-8A9C-880EBA43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000375"/>
            <a:ext cx="8143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38125" y="3000375"/>
          <a:ext xmlns:a="http://schemas.openxmlformats.org/drawingml/2006/main" cx="8143875" cy="2857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81125"/>
                <a:gridCol w="2381250"/>
                <a:gridCol w="4238625"/>
              </a:tblGrid>
              <a:tr h="40821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+5VA; TCA/MCP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basis acquisition yang sama.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ada.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Profile firmware menambah jalur kontrol fan GPIO7; bukan bukti sertifikasi ATEX.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a804ac86442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e66fb2a3f4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6e06e6b3444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6dbb018a94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04ac4931745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67f3536da47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400DD-D18F-4193-B28E-B1D0008F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4333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667625" y="1762125"/>
          <a:ext xmlns:a="http://schemas.openxmlformats.org/drawingml/2006/main" cx="4333875" cy="4095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2762250"/>
              </a:tblGrid>
              <a:tr h="5119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V5 adapter vs V4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slot/modul sensor pada PCB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dan ADS1256 tidak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PCF8574, TPS22919, dan TCA tidak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tidak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tetap ada pada adapter.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Arti sistem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sensor dihapus; V5 adalah board interface (E22, USB-UART, RS-485, OLED).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9BD46-FBFC-4747-964D-FF0A203F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0A1A9-3987-46B3-B589-EBDE7F12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4416D-9627-4B31-B5A9-07D0740D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INA333 + OPA333 + LM321; +5VA;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 eksternal: PCF8574/TPS22919, TCA, MCP4725, ADS1256; OPA320; SHT40; +5VA;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sama dengan V2: OPA320, PCF8574, SHT40, ADS/TCA, +5VA,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sama dengan V3 termasuk OPA320, PCF8574, SHT40, +5VA,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 tanpa ADS/TCA/PCF/SHT40/OPA/+5VA; tetap TPL5010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8129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9ab0a64ab4e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32369ac4942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7C398-B44C-498C-8A90-451D43E6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38250"/>
            <a:ext cx="7953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714750" y="1238250"/>
          <a:ext xmlns:a="http://schemas.openxmlformats.org/drawingml/2006/main" cx="7953375" cy="3143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6000750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 — baseline visual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 / daya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memanjang dengan holder baterai; dua konektor SMA terlihat pada gambar.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lewat radio; bukan board ADC atau sensor module.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Radio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Dua konektor SMA terlihat, tetapi nomor radio dan detail interface tidak dapat dipastikan tanpa PCB JSON/BOM yang cocok.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WDT pada CH V1.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fungsi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source PCB/BOM yang dipetakan eksplisit ke CH V1.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50226f16c45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3f9b1a0e348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41DF9-7B74-44E1-8823-CDF5D463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62375"/>
            <a:ext cx="1133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28625" y="3762375"/>
          <a:ext xmlns:a="http://schemas.openxmlformats.org/drawingml/2006/main" cx="11334750" cy="2095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66875"/>
                <a:gridCol w="3429000"/>
                <a:gridCol w="6096000"/>
              </a:tblGrid>
              <a:tr h="3492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Papan memanjang + holder baterai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 pada gambar.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radio dari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Peran tetap setelah GLD/E22; bukan jalur analog sensor.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nomor part belum dipetakan ke BOM source yang cocok.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mengklaim perubahan IC hanya dari gambar 3D.</a:t>
                      </a:r>
                    </a:p>
                  </a:txBody>
                  <a:tcPr marL="91440" marR="91440" marT="45720" marB="45720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 atau BOM yang menyebut CH V2 secara eksplisit.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02393a7c04e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1e3e0959a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F1055-47E0-41D6-834C-3ADB0AAD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00125"/>
            <a:ext cx="78581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810000" y="1000125"/>
          <a:ext xmlns:a="http://schemas.openxmlformats.org/drawingml/2006/main" cx="7858125" cy="3476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2571750"/>
                <a:gridCol w="3333750"/>
              </a:tblGrid>
              <a:tr h="5794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Kembali ke papan memanjang dengan holder baterai pada gambar.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LoRa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ADC atau pengendali sensor module.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cocok; perubahan IC belum dapat diverifikasi.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JSON/BOM CH V3 untuk menetapkan perubahan teknis secara pasti.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EDF3E8-902A-43FB-B41F-5DC39F01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E0A77-E053-40CA-8FF5-12FBFBD7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9508B-9401-4BA4-A7AB-295808AF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D7634-1EB6-402A-8623-97A7E019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A9F85-B3EF-4668-BDE2-F9182E68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D3BE3-9AEC-47C2-82C3-04F37BD0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1BEBE-7F41-4683-ACAA-C0AC4F0F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DBD87-CBD6-4E40-B58F-1500283E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19EC9-2952-496E-8F11-377DDC39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25E68-702E-436B-B1ED-C25581D6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55A9F-1054-40F8-986C-200C9F57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85695-3DE3-46AD-ADF8-84743D2B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5CF18-B16F-48AB-93AF-CEED9D56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2195C-C0C4-44BF-B746-ECD93E3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89187-47D7-47DB-87FC-5BB80D88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5A297-E7B7-411D-9093-89156821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09C7C-C72C-4F53-920A-5AFB13BD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E9574-73EA-4522-AEE9-35551A1E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5FEDD-A293-468E-926B-1AC7F90C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D68A3-DACE-4FF3-A59A-C5051BB1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49A37-E427-4ACE-8FCD-5AEBD8E2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67342-ABC6-48B0-832C-60DA0279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E22: terima/relay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37B117-E8D6-4F23-BB52-0E1B72D8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2383F-1370-4DFD-BAA7-C7283356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4E7FB-8921-4345-AF7B-70C5CF6D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B25AD-F0F5-4C13-91C3-6FB51FBF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3EC11-4FF6-490C-B785-9CC3BDD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34462699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EB7ED-E41C-4F05-9EE2-F7D5B4D3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03728-3CD8-4C59-BF1A-178A2F94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7D3B1-B3F9-435F-AC06-CFE94E7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WDT; perubahan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 WDT; IC lain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TPL5010 referensi WDT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1C26F-CEF6-420E-AE23-4326DB68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EBBF2-D709-48A3-B89B-38DD348B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5567831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2026-10-02T04:50:01.6320000Z</dcterms:created>
  <dcterms:modified xsi:type="dcterms:W3CDTF">2026-10-02T04:50:01.6320000Z</dcterms:modified>
</coreProperties>
</file>