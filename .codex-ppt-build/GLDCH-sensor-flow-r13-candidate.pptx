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eb1c8e77dc453a" /><Relationship Type="http://schemas.openxmlformats.org/officeDocument/2006/relationships/extended-properties" Target="/docProps/app.xml" Id="R18ee0ef28ebb4744" /><Relationship Type="http://schemas.openxmlformats.org/officeDocument/2006/relationships/officeDocument" Target="/ppt/presentation.xml" Id="R69c4ac954e41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114642a3894888"/>
  </p:sldMasterIdLst>
  <p:notesMasterIdLst>
    <p:notesMasterId xmlns:r="http://schemas.openxmlformats.org/officeDocument/2006/relationships" r:id="R68f14cc6045d4f93"/>
  </p:notesMasterIdLst>
  <p:sldIdLst>
    <p:sldId xmlns:r="http://schemas.openxmlformats.org/officeDocument/2006/relationships" id="256" r:id="Rf3a32843069a45f8"/>
    <p:sldId xmlns:r="http://schemas.openxmlformats.org/officeDocument/2006/relationships" id="257" r:id="Rfad410ec0a3645a9"/>
    <p:sldId xmlns:r="http://schemas.openxmlformats.org/officeDocument/2006/relationships" id="258" r:id="R5c37ef8487fa4496"/>
    <p:sldId xmlns:r="http://schemas.openxmlformats.org/officeDocument/2006/relationships" id="259" r:id="Rf371e8dfd3cb4367"/>
    <p:sldId xmlns:r="http://schemas.openxmlformats.org/officeDocument/2006/relationships" id="260" r:id="R17eda64856a1468d"/>
    <p:sldId xmlns:r="http://schemas.openxmlformats.org/officeDocument/2006/relationships" id="261" r:id="R5a33cd6285fd45da"/>
    <p:sldId xmlns:r="http://schemas.openxmlformats.org/officeDocument/2006/relationships" id="262" r:id="R0652ffc115d549e8"/>
    <p:sldId xmlns:r="http://schemas.openxmlformats.org/officeDocument/2006/relationships" id="263" r:id="R9d7149b6bfb24f39"/>
    <p:sldId xmlns:r="http://schemas.openxmlformats.org/officeDocument/2006/relationships" id="264" r:id="R64156fc99db84971"/>
    <p:sldId xmlns:r="http://schemas.openxmlformats.org/officeDocument/2006/relationships" id="265" r:id="R0c29a633db5b43ef"/>
    <p:sldId xmlns:r="http://schemas.openxmlformats.org/officeDocument/2006/relationships" id="266" r:id="Rc258261a11df4928"/>
    <p:sldId xmlns:r="http://schemas.openxmlformats.org/officeDocument/2006/relationships" id="267" r:id="R69ba3de0932443ed"/>
    <p:sldId xmlns:r="http://schemas.openxmlformats.org/officeDocument/2006/relationships" id="268" r:id="Rfa2bdc709c2b4db9"/>
    <p:sldId xmlns:r="http://schemas.openxmlformats.org/officeDocument/2006/relationships" id="269" r:id="R12b500817c094ed1"/>
    <p:sldId xmlns:r="http://schemas.openxmlformats.org/officeDocument/2006/relationships" id="270" r:id="R530155dcac1c417e"/>
    <p:sldId xmlns:r="http://schemas.openxmlformats.org/officeDocument/2006/relationships" id="271" r:id="Rbb3ac742be12441a"/>
    <p:sldId xmlns:r="http://schemas.openxmlformats.org/officeDocument/2006/relationships" id="272" r:id="R561c8ffd819040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1c9d3143d247d8" /><Relationship Type="http://schemas.openxmlformats.org/officeDocument/2006/relationships/slideMaster" Target="/ppt/slideMasters/slideMaster1.xml" Id="Rd3114642a3894888" /><Relationship Type="http://schemas.openxmlformats.org/officeDocument/2006/relationships/notesMaster" Target="/ppt/notesMasters/notesMaster1.xml" Id="R68f14cc6045d4f93" /><Relationship Type="http://schemas.openxmlformats.org/officeDocument/2006/relationships/presProps" Target="/ppt/presProps.xml" Id="R10994e1914074f05" /><Relationship Type="http://schemas.openxmlformats.org/officeDocument/2006/relationships/viewProps" Target="/ppt/viewProps.xml" Id="Rcf2eb497918a49b5" /><Relationship Type="http://schemas.openxmlformats.org/officeDocument/2006/relationships/tableStyles" Target="/ppt/tableStyles.xml" Id="R0f20b136e3d64e2e" /><Relationship Type="http://schemas.openxmlformats.org/officeDocument/2006/relationships/slide" Target="/ppt/slides/slide1.xml" Id="Rf3a32843069a45f8" /><Relationship Type="http://schemas.openxmlformats.org/officeDocument/2006/relationships/slide" Target="/ppt/slides/slide2.xml" Id="Rfad410ec0a3645a9" /><Relationship Type="http://schemas.openxmlformats.org/officeDocument/2006/relationships/slide" Target="/ppt/slides/slide3.xml" Id="R5c37ef8487fa4496" /><Relationship Type="http://schemas.openxmlformats.org/officeDocument/2006/relationships/slide" Target="/ppt/slides/slide4.xml" Id="Rf371e8dfd3cb4367" /><Relationship Type="http://schemas.openxmlformats.org/officeDocument/2006/relationships/slide" Target="/ppt/slides/slide5.xml" Id="R17eda64856a1468d" /><Relationship Type="http://schemas.openxmlformats.org/officeDocument/2006/relationships/slide" Target="/ppt/slides/slide6.xml" Id="R5a33cd6285fd45da" /><Relationship Type="http://schemas.openxmlformats.org/officeDocument/2006/relationships/slide" Target="/ppt/slides/slide7.xml" Id="R0652ffc115d549e8" /><Relationship Type="http://schemas.openxmlformats.org/officeDocument/2006/relationships/slide" Target="/ppt/slides/slide8.xml" Id="R9d7149b6bfb24f39" /><Relationship Type="http://schemas.openxmlformats.org/officeDocument/2006/relationships/slide" Target="/ppt/slides/slide9.xml" Id="R64156fc99db84971" /><Relationship Type="http://schemas.openxmlformats.org/officeDocument/2006/relationships/slide" Target="/ppt/slides/slide10.xml" Id="R0c29a633db5b43ef" /><Relationship Type="http://schemas.openxmlformats.org/officeDocument/2006/relationships/slide" Target="/ppt/slides/slide11.xml" Id="Rc258261a11df4928" /><Relationship Type="http://schemas.openxmlformats.org/officeDocument/2006/relationships/slide" Target="/ppt/slides/slide12.xml" Id="R69ba3de0932443ed" /><Relationship Type="http://schemas.openxmlformats.org/officeDocument/2006/relationships/slide" Target="/ppt/slides/slide13.xml" Id="Rfa2bdc709c2b4db9" /><Relationship Type="http://schemas.openxmlformats.org/officeDocument/2006/relationships/slide" Target="/ppt/slides/slide14.xml" Id="R12b500817c094ed1" /><Relationship Type="http://schemas.openxmlformats.org/officeDocument/2006/relationships/slide" Target="/ppt/slides/slide15.xml" Id="R530155dcac1c417e" /><Relationship Type="http://schemas.openxmlformats.org/officeDocument/2006/relationships/slide" Target="/ppt/slides/slide16.xml" Id="Rbb3ac742be12441a" /><Relationship Type="http://schemas.openxmlformats.org/officeDocument/2006/relationships/slide" Target="/ppt/slides/slide17.xml" Id="R561c8ffd819040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187194c4b244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97a4fe9f4944f6" /><Relationship Type="http://schemas.openxmlformats.org/officeDocument/2006/relationships/notesMaster" Target="/ppt/notesMasters/notesMaster1.xml" Id="R337c1484c1bf44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7a572cfac7443f" /><Relationship Type="http://schemas.openxmlformats.org/officeDocument/2006/relationships/notesMaster" Target="/ppt/notesMasters/notesMaster1.xml" Id="Rd56b8b1975d443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5cf3961fb74950" /><Relationship Type="http://schemas.openxmlformats.org/officeDocument/2006/relationships/notesMaster" Target="/ppt/notesMasters/notesMaster1.xml" Id="Rba3b020e0db74a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b226a910444341" /><Relationship Type="http://schemas.openxmlformats.org/officeDocument/2006/relationships/notesMaster" Target="/ppt/notesMasters/notesMaster1.xml" Id="R8be93ffa3c8843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7c10bedf334e1f" /><Relationship Type="http://schemas.openxmlformats.org/officeDocument/2006/relationships/notesMaster" Target="/ppt/notesMasters/notesMaster1.xml" Id="R552bf0a28e8b4c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58cce2f2d24245" /><Relationship Type="http://schemas.openxmlformats.org/officeDocument/2006/relationships/notesMaster" Target="/ppt/notesMasters/notesMaster1.xml" Id="R393d7579967246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a5de1c39574702" /><Relationship Type="http://schemas.openxmlformats.org/officeDocument/2006/relationships/notesMaster" Target="/ppt/notesMasters/notesMaster1.xml" Id="R577160e28b3c4c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d5fa37ce35427f" /><Relationship Type="http://schemas.openxmlformats.org/officeDocument/2006/relationships/notesMaster" Target="/ppt/notesMasters/notesMaster1.xml" Id="R3fa21f84467a46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d2099697534784" /><Relationship Type="http://schemas.openxmlformats.org/officeDocument/2006/relationships/notesMaster" Target="/ppt/notesMasters/notesMaster1.xml" Id="R65d2a9b9949042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307551dbfa4873" /><Relationship Type="http://schemas.openxmlformats.org/officeDocument/2006/relationships/notesMaster" Target="/ppt/notesMasters/notesMaster1.xml" Id="R7325b5e1a8ee43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de8581c4e24710" /><Relationship Type="http://schemas.openxmlformats.org/officeDocument/2006/relationships/notesMaster" Target="/ppt/notesMasters/notesMaster1.xml" Id="R1a7f607ad20c4a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83dbb9e19b4c2e" /><Relationship Type="http://schemas.openxmlformats.org/officeDocument/2006/relationships/notesMaster" Target="/ppt/notesMasters/notesMaster1.xml" Id="Re477e97121d349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52b01f037247aa" /><Relationship Type="http://schemas.openxmlformats.org/officeDocument/2006/relationships/notesMaster" Target="/ppt/notesMasters/notesMaster1.xml" Id="R0295134300c24c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e41f8cbcc442ef" /><Relationship Type="http://schemas.openxmlformats.org/officeDocument/2006/relationships/notesMaster" Target="/ppt/notesMasters/notesMaster1.xml" Id="Rc964c9cc46db46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276715b0e4444f" /><Relationship Type="http://schemas.openxmlformats.org/officeDocument/2006/relationships/notesMaster" Target="/ppt/notesMasters/notesMaster1.xml" Id="R29fda6b48b3946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3ff9f64eb94709" /><Relationship Type="http://schemas.openxmlformats.org/officeDocument/2006/relationships/notesMaster" Target="/ppt/notesMasters/notesMaster1.xml" Id="R3d815f6d81d645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c2dba927ef4116" /><Relationship Type="http://schemas.openxmlformats.org/officeDocument/2006/relationships/notesMaster" Target="/ppt/notesMasters/notesMaster1.xml" Id="Rb9ce6f87ed6d46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firmware/gld/include/BoardPinsGLD2.h; output/diagrams/gld2/component-pins.csv.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docs/wiring/gld-project-ver2-2026-07-01/GLD2-functional-test-plan-draft.md; firmware/gld/include/BoardPinsGLD2.h.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docs/wiring/gld-project-ver2-2026-07-01/source-GLD_Project.zip; source-GLD2.zip; docs/wiring/Board_GLD3.zip; docs/wiring/GLD ATEX.zip; docs/wiring/GLD5.zip; firmware/gld/include/BoardPinsGLD2.h; firmware/gld/include/BoardPinsGLDATEX.h.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docs/wiring/ch-dual-radio-e220-ver4-2026-07-21/README.md; docs/wiring/ch-dual-radio-e220-ver4-2026-07-21/1-PCB_PCB_dualRadioCH_E220Ver4.json.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docs/wiring/ch-dual-radio-e220-ver4-2026-07-21/README.md; docs/wiring/ch-dual-radio-e220-ver4-2026-07-21/1-PCB_PCB_dualRadioCH_E220Ver4.json; docs/wiring/Source_CH_Board_Kecil/Source_CH_Board_Kecil.zip.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c1b4734dd49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da2f8ae2c4a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eec606c064f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e1ea8047148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0ca6d71d547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319799f954a2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d5564f1a14b9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9ee6ee8a44c0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a940636a14e3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f0cc19ace42d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112c7fd254ba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f7dc2cd11a41d2" /><Relationship Type="http://schemas.openxmlformats.org/officeDocument/2006/relationships/slideLayout" Target="/ppt/slideLayouts/slideLayout1.xml" Id="R53d91fef15fd43a2" /><Relationship Type="http://schemas.openxmlformats.org/officeDocument/2006/relationships/slideLayout" Target="/ppt/slideLayouts/slideLayout2.xml" Id="R628a7dadbb2144b1" /><Relationship Type="http://schemas.openxmlformats.org/officeDocument/2006/relationships/slideLayout" Target="/ppt/slideLayouts/slideLayout3.xml" Id="Rfb74027080b647eb" /><Relationship Type="http://schemas.openxmlformats.org/officeDocument/2006/relationships/slideLayout" Target="/ppt/slideLayouts/slideLayout4.xml" Id="R7fef471ffe704441" /><Relationship Type="http://schemas.openxmlformats.org/officeDocument/2006/relationships/slideLayout" Target="/ppt/slideLayouts/slideLayout5.xml" Id="R47bbc1aa2a43446d" /><Relationship Type="http://schemas.openxmlformats.org/officeDocument/2006/relationships/slideLayout" Target="/ppt/slideLayouts/slideLayout6.xml" Id="R201a5f693ebb4378" /><Relationship Type="http://schemas.openxmlformats.org/officeDocument/2006/relationships/slideLayout" Target="/ppt/slideLayouts/slideLayout7.xml" Id="Rc1ea3a007bf441a2" /><Relationship Type="http://schemas.openxmlformats.org/officeDocument/2006/relationships/slideLayout" Target="/ppt/slideLayouts/slideLayout8.xml" Id="Rce7b0e02219e46b5" /><Relationship Type="http://schemas.openxmlformats.org/officeDocument/2006/relationships/slideLayout" Target="/ppt/slideLayouts/slideLayout9.xml" Id="R1d8dbcf673b74f10" /><Relationship Type="http://schemas.openxmlformats.org/officeDocument/2006/relationships/slideLayout" Target="/ppt/slideLayouts/slideLayout10.xml" Id="R8d2be4a4ab7a46e2" /><Relationship Type="http://schemas.openxmlformats.org/officeDocument/2006/relationships/slideLayout" Target="/ppt/slideLayouts/slideLayout11.xml" Id="Ra9ed3287b4414c5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d91fef15fd43a2"/>
    <p:sldLayoutId xmlns:r="http://schemas.openxmlformats.org/officeDocument/2006/relationships" id="2147483650" r:id="R628a7dadbb2144b1"/>
    <p:sldLayoutId xmlns:r="http://schemas.openxmlformats.org/officeDocument/2006/relationships" id="2147483651" r:id="Rfb74027080b647eb"/>
    <p:sldLayoutId xmlns:r="http://schemas.openxmlformats.org/officeDocument/2006/relationships" id="2147483652" r:id="R7fef471ffe704441"/>
    <p:sldLayoutId xmlns:r="http://schemas.openxmlformats.org/officeDocument/2006/relationships" id="2147483653" r:id="R47bbc1aa2a43446d"/>
    <p:sldLayoutId xmlns:r="http://schemas.openxmlformats.org/officeDocument/2006/relationships" id="2147483654" r:id="R201a5f693ebb4378"/>
    <p:sldLayoutId xmlns:r="http://schemas.openxmlformats.org/officeDocument/2006/relationships" id="2147483655" r:id="Rc1ea3a007bf441a2"/>
    <p:sldLayoutId xmlns:r="http://schemas.openxmlformats.org/officeDocument/2006/relationships" id="2147483656" r:id="Rce7b0e02219e46b5"/>
    <p:sldLayoutId xmlns:r="http://schemas.openxmlformats.org/officeDocument/2006/relationships" id="2147483657" r:id="R1d8dbcf673b74f10"/>
    <p:sldLayoutId xmlns:r="http://schemas.openxmlformats.org/officeDocument/2006/relationships" id="2147483658" r:id="R8d2be4a4ab7a46e2"/>
    <p:sldLayoutId xmlns:r="http://schemas.openxmlformats.org/officeDocument/2006/relationships" id="2147483659" r:id="Ra9ed3287b4414c5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0640e582cd4c51" /><Relationship Type="http://schemas.openxmlformats.org/officeDocument/2006/relationships/notesSlide" Target="/ppt/notesSlides/notesSlide1.xml" Id="R72d9364bdd9d46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21e055d2b48c5" /><Relationship Type="http://schemas.openxmlformats.org/officeDocument/2006/relationships/image" Target="/ppt/media/image.png" Id="Rbbcf71758e9b4bd1" /><Relationship Type="http://schemas.openxmlformats.org/officeDocument/2006/relationships/image" Target="/ppt/media/image2.png" Id="R7d0da2bb31e54fc1" /><Relationship Type="http://schemas.openxmlformats.org/officeDocument/2006/relationships/notesSlide" Target="/ppt/notesSlides/notesSlide2.xml" Id="Re445b575676444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8eea9747f74cd2" /><Relationship Type="http://schemas.openxmlformats.org/officeDocument/2006/relationships/notesSlide" Target="/ppt/notesSlides/notesSlide3.xml" Id="Rf4c63c54575544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3c6f966a584a60" /><Relationship Type="http://schemas.openxmlformats.org/officeDocument/2006/relationships/image" Target="/ppt/media/image3.png" Id="R4330968fbe064db5" /><Relationship Type="http://schemas.openxmlformats.org/officeDocument/2006/relationships/image" Target="/ppt/media/image4.png" Id="R4adbc09c61be4e09" /><Relationship Type="http://schemas.openxmlformats.org/officeDocument/2006/relationships/notesSlide" Target="/ppt/notesSlides/notesSlide4.xml" Id="R89fc6bba871d42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4c6d6bc1b44858" /><Relationship Type="http://schemas.openxmlformats.org/officeDocument/2006/relationships/notesSlide" Target="/ppt/notesSlides/notesSlide5.xml" Id="R3e62c728219d4a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5171a1ad1144f6" /><Relationship Type="http://schemas.openxmlformats.org/officeDocument/2006/relationships/image" Target="/ppt/media/image5.png" Id="R394ad7ed40224773" /><Relationship Type="http://schemas.openxmlformats.org/officeDocument/2006/relationships/image" Target="/ppt/media/image6.png" Id="Ra222d0c2206c460a" /><Relationship Type="http://schemas.openxmlformats.org/officeDocument/2006/relationships/notesSlide" Target="/ppt/notesSlides/notesSlide6.xml" Id="R4752ce2118094f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f2a1ffb2a043bd" /><Relationship Type="http://schemas.openxmlformats.org/officeDocument/2006/relationships/notesSlide" Target="/ppt/notesSlides/notesSlide7.xml" Id="R574008f18ba941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008d04ccd7448b" /><Relationship Type="http://schemas.openxmlformats.org/officeDocument/2006/relationships/image" Target="/ppt/media/image7.png" Id="R4388590d8fb940c5" /><Relationship Type="http://schemas.openxmlformats.org/officeDocument/2006/relationships/image" Target="/ppt/media/image8.png" Id="R0886ee3a25444890" /><Relationship Type="http://schemas.openxmlformats.org/officeDocument/2006/relationships/notesSlide" Target="/ppt/notesSlides/notesSlide8.xml" Id="R2632067e07534b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e4a3e0918141a7" /><Relationship Type="http://schemas.openxmlformats.org/officeDocument/2006/relationships/image" Target="/ppt/media/image9.png" Id="R46338a870bdf4e25" /><Relationship Type="http://schemas.openxmlformats.org/officeDocument/2006/relationships/image" Target="/ppt/media/image10.png" Id="R707f21e34e3641d4" /><Relationship Type="http://schemas.openxmlformats.org/officeDocument/2006/relationships/image" Target="/ppt/media/image11.png" Id="Rb7eab79935fa4716" /><Relationship Type="http://schemas.openxmlformats.org/officeDocument/2006/relationships/image" Target="/ppt/media/image12.png" Id="Rf3dd7dcf4ce841e0" /><Relationship Type="http://schemas.openxmlformats.org/officeDocument/2006/relationships/notesSlide" Target="/ppt/notesSlides/notesSlide9.xml" Id="Rd1533083b42347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b5d896d8a54b6b" /><Relationship Type="http://schemas.openxmlformats.org/officeDocument/2006/relationships/image" Target="/ppt/media/image13.png" Id="R45ed57f9cc3c4f73" /><Relationship Type="http://schemas.openxmlformats.org/officeDocument/2006/relationships/image" Target="/ppt/media/image14.png" Id="R30119d2a798143fd" /><Relationship Type="http://schemas.openxmlformats.org/officeDocument/2006/relationships/image" Target="/ppt/media/image15.png" Id="Rd9e28d7e80684086" /><Relationship Type="http://schemas.openxmlformats.org/officeDocument/2006/relationships/image" Target="/ppt/media/image16.png" Id="Ra0785259d8914fa4" /><Relationship Type="http://schemas.openxmlformats.org/officeDocument/2006/relationships/image" Target="/ppt/media/image17.png" Id="R17102c7eeda54b52" /><Relationship Type="http://schemas.openxmlformats.org/officeDocument/2006/relationships/image" Target="/ppt/media/image18.png" Id="Rcfbb51ded4044776" /><Relationship Type="http://schemas.openxmlformats.org/officeDocument/2006/relationships/notesSlide" Target="/ppt/notesSlides/notesSlide10.xml" Id="R7e8d9cb2459d43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71f95342c2420d" /><Relationship Type="http://schemas.openxmlformats.org/officeDocument/2006/relationships/notesSlide" Target="/ppt/notesSlides/notesSlide11.xml" Id="R85c53a3d16bd4e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089ff56794400a" /><Relationship Type="http://schemas.openxmlformats.org/officeDocument/2006/relationships/notesSlide" Target="/ppt/notesSlides/notesSlide12.xml" Id="Ra0e9021df3204d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638136d7aa4c1e" /><Relationship Type="http://schemas.openxmlformats.org/officeDocument/2006/relationships/image" Target="/ppt/media/image19.png" Id="Rd862f948cdb74879" /><Relationship Type="http://schemas.openxmlformats.org/officeDocument/2006/relationships/image" Target="/ppt/media/image20.png" Id="R681c078a1ae64e17" /><Relationship Type="http://schemas.openxmlformats.org/officeDocument/2006/relationships/notesSlide" Target="/ppt/notesSlides/notesSlide13.xml" Id="Rb90b3f776a654d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66e693a4204906" /><Relationship Type="http://schemas.openxmlformats.org/officeDocument/2006/relationships/image" Target="/ppt/media/image21.png" Id="R7768898298c04198" /><Relationship Type="http://schemas.openxmlformats.org/officeDocument/2006/relationships/image" Target="/ppt/media/image22.png" Id="R93536a5735644b21" /><Relationship Type="http://schemas.openxmlformats.org/officeDocument/2006/relationships/notesSlide" Target="/ppt/notesSlides/notesSlide14.xml" Id="R2a7e9ad8a2f04d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a30db3e2424897" /><Relationship Type="http://schemas.openxmlformats.org/officeDocument/2006/relationships/image" Target="/ppt/media/image23.png" Id="Rbce4d89e9e434e56" /><Relationship Type="http://schemas.openxmlformats.org/officeDocument/2006/relationships/image" Target="/ppt/media/image24.png" Id="Rd02353314a2648cd" /><Relationship Type="http://schemas.openxmlformats.org/officeDocument/2006/relationships/notesSlide" Target="/ppt/notesSlides/notesSlide15.xml" Id="R56fa2a8ceaf94d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34fca0032a4584" /><Relationship Type="http://schemas.openxmlformats.org/officeDocument/2006/relationships/notesSlide" Target="/ppt/notesSlides/notesSlide16.xml" Id="R0cc1603f3aa04f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5473fb3fa4492" /><Relationship Type="http://schemas.openxmlformats.org/officeDocument/2006/relationships/notesSlide" Target="/ppt/notesSlides/notesSlide17.xml" Id="Radcb6eb3396c4c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f71758e9b4b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da2bb31e54f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D0791-EA52-478D-A8F8-03FBF34D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86250"/>
            <a:ext cx="1152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33375" y="4286250"/>
          <a:ext xmlns:a="http://schemas.openxmlformats.org/drawingml/2006/main" cx="11525250" cy="1571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19250"/>
                <a:gridCol w="9906000"/>
              </a:tblGrid>
              <a:tr h="2619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 — baseline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footprint/sirkuit sensor menyatu pada motherboard (gambar PCB); MCP4725 terdapat di source V1.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dan SHT40 tidak ditemukan pada motherboard V1.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Tersedia pada source V1 untuk blok analog.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 pada motherboard V1.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0968fbe064d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bc09c61be4e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35AB1D-6910-4F92-95CD-2C08C090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EFB97-479C-4C7D-B618-5FD2B5E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dalam Rantai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235B3-D7F1-40BF-819B-22E0B33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Delapan modul adalah sumber data; motherboard menyalakan, memilih, men-null, lalu mengubah sinyal menjadi data digital.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F2347-3EE1-4D94-94B9-8D24860B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E61F6-7585-4312-BBFD-CA5A3F2B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04739-1F51-4EB6-8B0B-3F2E1678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1. Elemen MQ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946AE-4EA5-4C8D-AF82-9E482176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885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MQ8, MQ135, MQ3, MQ5, MQ4, MQ7, MQ6, MQ2. Heater dan elemen sensor berada pada modul.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2A165-5223-4BA5-B9F0-9D81294A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7DF7C-480B-4B06-993C-BD8D8E3F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E9213-8C7B-44E7-9C5E-6E725290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0F1C2-B070-4A4A-9DF6-070F9FF3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2. Slot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00E53-1419-42F9-8A6C-FC6E0E73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+5V, GND, VMID, AIN, SDA/SCL cabang, dan EN tersedia pada header modul.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B886B-FD84-4B9A-B21E-3713D010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AIN0–7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95BCD-B578-424B-A772-5650C631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95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319CD-BDBB-410D-8421-4B4D0C20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1FFCC-C339-4602-8EB9-5A3CDC00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3. Akuisisi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89236-9AD9-4B46-94F9-9CD2983D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790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Filter analog → ADS1256. ESP32-S3 membaca delapan kanal dan membentuk data/telemetri.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75BD2-DA01-4F6A-B37A-EEC9A1C5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D4EC7-B5CB-479C-8904-173245FE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9EECB-D60C-436B-9C0D-24E12189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Daya per modul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B37F9-D870-46E5-A64E-462205D4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PCF8574 (0x20) mengeluarkan EN0–EN7. EN mengendalikan TPS22919; rail sensor dapat dipilih ON/OFF.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1B19B-35DE-4F17-BB0E-BDEE7965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pilih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9CF279-E3E5-4CBB-B4C6-2D5877BA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AAA50-74FE-42C9-BBA1-0D9EE6BF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17CB4-9035-4B57-B238-D5856FFE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I2C per cabang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FAF91D-D3A1-4FFA-8E74-8FCA68E2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TCA9548A (0x71) memilih SDA/SCL cabang. MCP4725 setiap cabang beralamat sama: 0x60.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9A7BF-3B4C-406A-B37A-E84EA401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382BE-DCF0-4EC8-A9CB-15F2DBAC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93AE5B-4536-48E9-97CA-3C1D3F22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4794C-8A85-4C3F-A06B-17540938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Offset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44E05F-A59F-455D-832A-AA555E50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62425"/>
            <a:ext cx="112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MCP4725 memberi tegangan DAC saat prosedur nulling.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AEB7B3-195D-4C9A-97B4-32C1FED6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Bukti: source-GLD2.zip, BoardPinsGLD2.h, dan temuan live COM3 2026-08-19. Ini menjelaskan arsitektur GLD2; bukan klaim hasil gas/field test saat ini.</a:t>
            </a:r>
          </a:p>
        </p:txBody>
      </p:sp>
    </p:spTree>
    <p:extLst>
      <p:ext uri="{BB962C8B-B14F-4D97-AF65-F5344CB8AC3E}">
        <p14:creationId xmlns:p14="http://schemas.microsoft.com/office/powerpoint/2010/main" val="12077662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ad7ed402247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2d0c2206c46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D6E76-C0EF-4561-B83C-C5AAF589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43375"/>
            <a:ext cx="1152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143375"/>
          <a:ext xmlns:a="http://schemas.openxmlformats.org/drawingml/2006/main" cx="11525250" cy="1714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4492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Terpisah sebagai sensor module eksternal melalui H2/H1/H3–H8.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OPA320; ADS1256 tetap membaca AIN0–AIN7.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P0–P7 → EN0–EN7; TPS22919 mengendalikan rail sensor.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pada root I2C 0x44.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ada; MCP di 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tetap ada; MCP4725 berada per module dan dipilih via TCA 0x71.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2EF95-E48A-4FA8-8C9C-07F2514B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F9EA7-9EF0-4251-94BF-CCE68D7E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Pemetaan 8 Sensor Module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B0100-0B8A-4C39-8439-54B371B9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Pemetaan ini harus dipakai saat akses MCP4725/nulling karena urutan EN tidak sama dengan urutan sensor fisik.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524000" y="1285875"/>
          <a:ext xmlns:a="http://schemas.openxmlformats.org/drawingml/2006/main" cx="9144000" cy="4000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2095500"/>
                <a:gridCol w="2095500"/>
                <a:gridCol w="1524000"/>
                <a:gridCol w="2095500"/>
              </a:tblGrid>
              <a:tr h="444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Header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PCF / EN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TCA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ADS1256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P0 / EN0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AIN0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MQ135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P6 / EN6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AIN1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P7 / EN7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AIN2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P3 / EN3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AIN3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P4 / EN4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AIN4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P5 / EN5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AIN5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P2 / EN2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AIN6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P1 / EN1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660AD-2DC7-4483-BB02-7DC9676B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14CC4-8E6A-4D83-B7CC-4BFEF0B9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Urutan akses yang terbukti pada GLD2: matikan switch lain → aktifkan EN target → pilih TCA pasangannya → akses MCP 0x60. Root I2C: PCF8574 0x20, SHT40 0x44, TCA9548A 0x71.</a:t>
            </a:r>
          </a:p>
        </p:txBody>
      </p:sp>
    </p:spTree>
    <p:extLst>
      <p:ext uri="{BB962C8B-B14F-4D97-AF65-F5344CB8AC3E}">
        <p14:creationId xmlns:p14="http://schemas.microsoft.com/office/powerpoint/2010/main" val="3039305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8590d8fb940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6ee3a254448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16E49-C546-4C31-B9C4-386C2F7B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86250"/>
            <a:ext cx="1152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286250"/>
          <a:ext xmlns:a="http://schemas.openxmlformats.org/drawingml/2006/main" cx="11525250" cy="1571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619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 via H2/H1/H3–H8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I2C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+5VA, TCA9548A, 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Blok acquisition utama sama pada source; tidak ada IC baru yang ditemukan.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38a870bdf4e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f21e34e3641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ab79935fa4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d7dcf4ce841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7A32F-3602-4515-A811-5E55B028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000375"/>
            <a:ext cx="8143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38125" y="3000375"/>
          <a:ext xmlns:a="http://schemas.openxmlformats.org/drawingml/2006/main" cx="8143875" cy="2857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81125"/>
                <a:gridCol w="2381250"/>
                <a:gridCol w="4238625"/>
              </a:tblGrid>
              <a:tr h="40821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+5VA; TCA/MCP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basis acquisition yang sama.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Profile firmware menambah jalur kontrol fan GPIO7; bukan bukti sertifikasi ATEX.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d57f9cc3c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19d2a798143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28d7e8068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85259d8914f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02c7eeda54b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b51ded4044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647EE-7EE3-48B7-B7D9-7E890C5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43338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667625" y="1762125"/>
          <a:ext xmlns:a="http://schemas.openxmlformats.org/drawingml/2006/main" cx="4333875" cy="4095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2762250"/>
              </a:tblGrid>
              <a:tr h="5119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V5 adapter vs V4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slot/modul sensor pada PCB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dan ADS1256 tidak ada pada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PCF8574, TPS22919, dan TCA tidak ada pada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 pada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tidak ada pada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 pada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Arti sistem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sensor dihapus; V5 adalah board interface (E22, USB-UART, RS-485, OLED).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C2F16-140E-4DD7-909B-24C11F2E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BDC44-407C-4FA5-A7A1-582093E3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GLD V1–V5: Posisi Sensor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DA5DA-8237-4621-9BD6-74A18631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Versi visual dibandingkan dari artefak PCB yang tersedia. Detail mapping header yang lengkap hanya terverifikasi untuk GLD2.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1143000"/>
          <a:ext xmlns:a="http://schemas.openxmlformats.org/drawingml/2006/main" cx="11144250" cy="4857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3524250"/>
                <a:gridCol w="3048000"/>
                <a:gridCol w="3238500"/>
              </a:tblGrid>
              <a:tr h="809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Akuisisi / 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Perubahan board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Batas bukti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ADS1256, TCA9548A, MCP4725; INA333 + OPA333 + LM321; +5VA;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mapping header lengkap yang dipasangkan ke slide V1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slot eksternal: PCF8574/TPS22919, TCA, MCP4725, ADS1256; OPA320; SHT40; +5VA;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Pemetaan H2/H1/H3–H8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wiring dan hasil nulling 8/8 pada COM3 historis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sama dengan V2: OPA320, PCF8574, SHT40, ADS/TCA, +5VA,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penggantian IC yang ditemukan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menyamakan layout fisik tanpa source per-version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sama dengan V3 termasuk OPA320, PCF8574, SHT40, +5VA,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Fan GPIO7 pada profile firmware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sertifikasi ATEX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 tanpa ADS/TCA/PCF/SHT40/OPA/+5VA; tetap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Adapter: E22/USB-UART/RS-485/OLED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disimpulkan bahwa sensor module hilang dari sistem lengkap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0355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2f948cd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c078a1ae64e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3AAD7-8226-4539-A83F-C0885846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38250"/>
            <a:ext cx="7953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714750" y="1238250"/>
          <a:ext xmlns:a="http://schemas.openxmlformats.org/drawingml/2006/main" cx="7953375" cy="3143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6000750"/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V1 — baseline visual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 / daya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memanjang dengan holder baterai; dua konektor SMA terlihat pada gambar.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lewat radio; bukan board ADC atau sensor module.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Radio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Dua konektor SMA terlihat, tetapi nomor radio dan detail interface tidak dapat dipastikan tanpa PCB JSON/BOM yang cocok.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WDT pada CH V1.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fungsi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source PCB/BOM yang dipetakan eksplisit ke CH V1.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8898298c04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36a573564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08632-BD20-43C7-B52A-5041627E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62375"/>
            <a:ext cx="11334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28625" y="3762375"/>
          <a:ext xmlns:a="http://schemas.openxmlformats.org/drawingml/2006/main" cx="11334750" cy="2095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66875"/>
                <a:gridCol w="3429000"/>
                <a:gridCol w="6096000"/>
              </a:tblGrid>
              <a:tr h="3492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Papan memanjang + holder baterai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bundar/kompak pada gambar.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Terima/relay data radio dari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Peran tetap setelah GLD/E22; bukan jalur analog sensor.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nomor part belum dipetakan ke BOM source yang cocok.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mengklaim perubahan IC hanya dari gambar 3D.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yang diperlukan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JSON atau BOM yang menyebut CH V2 secara eksplisit.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4d89e9e434e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353314a2648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EECC5-F368-4A78-BCB9-B9BD8619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00125"/>
            <a:ext cx="785812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810000" y="1000125"/>
          <a:ext xmlns:a="http://schemas.openxmlformats.org/drawingml/2006/main" cx="7858125" cy="3476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2571750"/>
                <a:gridCol w="3333750"/>
              </a:tblGrid>
              <a:tr h="5794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bundar/kompak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Kembali ke papan memanjang dengan holder baterai pada gambar.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Terima/relay data LoRa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ADC atau pengendali sensor module.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cocok; perubahan IC belum dapat diverifikasi.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yang diperlukan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JSON/BOM CH V3 untuk menetapkan perubahan teknis secara pasti.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8065D-428E-4305-8D99-24946F82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7FF8C-F80C-49A0-B52E-8833EA6E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Dari Sensor Module ke 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A8F6E-ACED-43EC-BF0D-9490747A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CH tidak membaca AIN/ADC sensor secara langsung; perannya adalah menerima dan meneruskan data GLD melalui radio E22.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A746C-D300-4C00-9BC3-8BEBB865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3345E-8C7D-4994-BA8A-D03EFA92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FB4B2-5BC5-45F2-8DA8-810F26B9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0A4D7-7D5D-498A-BB32-458A50B4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1675"/>
            <a:ext cx="1885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Elemen MQ menghasilkan sinyal analog. EN, I2C cabang, dan AIN kembali ke motherboard GLD.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C1E64-FF41-418C-BDC7-BE148F42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E5415-C93B-4B22-ADD4-4293F7EC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8B908-C922-4D6F-9264-A9AD079C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2A7C1-5F30-43A3-87BA-C23A55B1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47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acquisition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A3D92-FFE2-4FE2-A7C1-8CDB82E7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71675"/>
            <a:ext cx="2076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PCF/TPS22919: daya; TCA/MCP: pilih &amp; nulling; ADS1256: konversi analog ke data; ESP32-S3: proses.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8D62B-897C-472A-9218-D9A10270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AFF1E-707C-4B29-A77C-1F30B201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FFB40-5BE6-4A24-ADB2-A3B55C74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BCB9E-2BFA-46E9-8AEF-3761DFE2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478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E22 pada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F8011-D0EA-4DB6-9598-6B3C2E78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71675"/>
            <a:ext cx="169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Radio membawa telemetri/data yang sudah dibentuk oleh GLD; bukan sinyal sensor analog.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93C33-8CF7-4EC9-BB58-D189270D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B157B-6917-4BD2-8B16-E3BE99E3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1238250" cy="1714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59A5C2-A12E-46C9-B254-819BE279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D6353-15BA-430C-9450-63687681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478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41CEF-5564-498F-BC88-DE7FD92C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71675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Dual E22: terima/relay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D0263-6252-4720-800E-2376C1E8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8953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55C8B-B959-4082-AA02-EF591A2F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676B6B-86BE-4E64-B4F8-B2A4CA85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Bukti CH yang tersedia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1418F2-463B-4749-822E-3C6113CB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864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dualRadioCH_E220Ver4 membuktikan ESP32-S3, dua E22, BQ25185, TPS63020, TLV70233, TPL5010 dan CH340. Mapping radio/profile firmware ada, tetapi source tidak dipasangkan tegas ke gambar CH V1–V3 di deck.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8C2482-EF7B-4FFC-8841-DE6E03DF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Batas klaim: alur hardware/board source; tidak menyatakan keberhasilan komunikasi RF, relay CH, gateway, atau server di lapangan.</a:t>
            </a:r>
          </a:p>
        </p:txBody>
      </p:sp>
    </p:spTree>
    <p:extLst>
      <p:ext uri="{BB962C8B-B14F-4D97-AF65-F5344CB8AC3E}">
        <p14:creationId xmlns:p14="http://schemas.microsoft.com/office/powerpoint/2010/main" val="6516061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D4533-ADBA-4BC0-A281-2AC1B31D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622A2-5D70-4B49-A47D-AA4F66BE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CH V1–V3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62787-F966-4011-9A88-407D2106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Peran CH terhadap sensor: menerima paket LoRa dari GLD; tidak berfungsi sebagai ADC/board sensor module.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190625"/>
          <a:ext xmlns:a="http://schemas.openxmlformats.org/drawingml/2006/main" cx="11144250" cy="4572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571625"/>
                <a:gridCol w="3714750"/>
                <a:gridCol w="3286125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Bukti di deck/repo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Hubungan ke sensor module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via radio (fungsi per-IC belum dapat dipetakan)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WDT; perubahan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berada setelah GLD/E22 dalam rantai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jalur analog atau pengendali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Source CH E220 Ver4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ESP32-S3, 2×E22,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Menerima/relay paket LoRa yang dikirim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referensi WDT source; bukan pemetaan pasti ke V1–V3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52A46-6336-41F2-88D1-C6DE6CF7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25CD3-788D-40A8-983F-ECE147EE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Agar perbandingan CH V1–V3 menjadi pasti, diperlukan source EasyEDA/PCB JSON atau BOM yang secara eksplisit menyebut masing-masing versi tersebut.</a:t>
            </a:r>
          </a:p>
        </p:txBody>
      </p:sp>
    </p:spTree>
    <p:extLst>
      <p:ext uri="{BB962C8B-B14F-4D97-AF65-F5344CB8AC3E}">
        <p14:creationId xmlns:p14="http://schemas.microsoft.com/office/powerpoint/2010/main" val="3567072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2026-10-02T04:49:23.5640000Z</dcterms:created>
  <dcterms:modified xsi:type="dcterms:W3CDTF">2026-10-02T04:49:23.5640000Z</dcterms:modified>
</coreProperties>
</file>