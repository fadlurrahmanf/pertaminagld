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0b2c33d08487e" /><Relationship Type="http://schemas.openxmlformats.org/officeDocument/2006/relationships/extended-properties" Target="/docProps/app.xml" Id="Rd76bd52fbd0c44c5" /><Relationship Type="http://schemas.openxmlformats.org/officeDocument/2006/relationships/officeDocument" Target="/ppt/presentation.xml" Id="Rf39f413dbea1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bfa45efe24148"/>
  </p:sldMasterIdLst>
  <p:notesMasterIdLst>
    <p:notesMasterId xmlns:r="http://schemas.openxmlformats.org/officeDocument/2006/relationships" r:id="Rca86935dcf0c4bbe"/>
  </p:notesMasterIdLst>
  <p:sldIdLst>
    <p:sldId xmlns:r="http://schemas.openxmlformats.org/officeDocument/2006/relationships" id="256" r:id="R8a47bbbadcfa4e45"/>
    <p:sldId xmlns:r="http://schemas.openxmlformats.org/officeDocument/2006/relationships" id="257" r:id="Ra16cc6336b744084"/>
    <p:sldId xmlns:r="http://schemas.openxmlformats.org/officeDocument/2006/relationships" id="258" r:id="Rd393c8c640624f46"/>
    <p:sldId xmlns:r="http://schemas.openxmlformats.org/officeDocument/2006/relationships" id="259" r:id="R3167d73ed0af4297"/>
    <p:sldId xmlns:r="http://schemas.openxmlformats.org/officeDocument/2006/relationships" id="260" r:id="R2926c6330e3042bf"/>
    <p:sldId xmlns:r="http://schemas.openxmlformats.org/officeDocument/2006/relationships" id="261" r:id="Reba9f745edc54084"/>
    <p:sldId xmlns:r="http://schemas.openxmlformats.org/officeDocument/2006/relationships" id="262" r:id="Rf3ea28ab869f4f12"/>
    <p:sldId xmlns:r="http://schemas.openxmlformats.org/officeDocument/2006/relationships" id="263" r:id="Rad09574855a84419"/>
    <p:sldId xmlns:r="http://schemas.openxmlformats.org/officeDocument/2006/relationships" id="264" r:id="R008bbf1d33b8473c"/>
    <p:sldId xmlns:r="http://schemas.openxmlformats.org/officeDocument/2006/relationships" id="265" r:id="R3ed72dbae1904325"/>
    <p:sldId xmlns:r="http://schemas.openxmlformats.org/officeDocument/2006/relationships" id="266" r:id="R45a77bb64f144efd"/>
    <p:sldId xmlns:r="http://schemas.openxmlformats.org/officeDocument/2006/relationships" id="267" r:id="R7e7d2eb4edf3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b341653104aba" /><Relationship Type="http://schemas.openxmlformats.org/officeDocument/2006/relationships/slideMaster" Target="/ppt/slideMasters/slideMaster1.xml" Id="R7f9bfa45efe24148" /><Relationship Type="http://schemas.openxmlformats.org/officeDocument/2006/relationships/notesMaster" Target="/ppt/notesMasters/notesMaster1.xml" Id="Rca86935dcf0c4bbe" /><Relationship Type="http://schemas.openxmlformats.org/officeDocument/2006/relationships/presProps" Target="/ppt/presProps.xml" Id="Rc865c1fedb5b42e2" /><Relationship Type="http://schemas.openxmlformats.org/officeDocument/2006/relationships/viewProps" Target="/ppt/viewProps.xml" Id="R6ea59d0fb5104e16" /><Relationship Type="http://schemas.openxmlformats.org/officeDocument/2006/relationships/tableStyles" Target="/ppt/tableStyles.xml" Id="R852603805ea44505" /><Relationship Type="http://schemas.openxmlformats.org/officeDocument/2006/relationships/slide" Target="/ppt/slides/slide1.xml" Id="R8a47bbbadcfa4e45" /><Relationship Type="http://schemas.openxmlformats.org/officeDocument/2006/relationships/slide" Target="/ppt/slides/slide2.xml" Id="Ra16cc6336b744084" /><Relationship Type="http://schemas.openxmlformats.org/officeDocument/2006/relationships/slide" Target="/ppt/slides/slide3.xml" Id="Rd393c8c640624f46" /><Relationship Type="http://schemas.openxmlformats.org/officeDocument/2006/relationships/slide" Target="/ppt/slides/slide4.xml" Id="R3167d73ed0af4297" /><Relationship Type="http://schemas.openxmlformats.org/officeDocument/2006/relationships/slide" Target="/ppt/slides/slide5.xml" Id="R2926c6330e3042bf" /><Relationship Type="http://schemas.openxmlformats.org/officeDocument/2006/relationships/slide" Target="/ppt/slides/slide6.xml" Id="Reba9f745edc54084" /><Relationship Type="http://schemas.openxmlformats.org/officeDocument/2006/relationships/slide" Target="/ppt/slides/slide7.xml" Id="Rf3ea28ab869f4f12" /><Relationship Type="http://schemas.openxmlformats.org/officeDocument/2006/relationships/slide" Target="/ppt/slides/slide8.xml" Id="Rad09574855a84419" /><Relationship Type="http://schemas.openxmlformats.org/officeDocument/2006/relationships/slide" Target="/ppt/slides/slide9.xml" Id="R008bbf1d33b8473c" /><Relationship Type="http://schemas.openxmlformats.org/officeDocument/2006/relationships/slide" Target="/ppt/slides/slide10.xml" Id="R3ed72dbae1904325" /><Relationship Type="http://schemas.openxmlformats.org/officeDocument/2006/relationships/slide" Target="/ppt/slides/slide11.xml" Id="R45a77bb64f144efd" /><Relationship Type="http://schemas.openxmlformats.org/officeDocument/2006/relationships/slide" Target="/ppt/slides/slide12.xml" Id="R7e7d2eb4edf3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6d458419148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254cf07234c05" /><Relationship Type="http://schemas.openxmlformats.org/officeDocument/2006/relationships/notesMaster" Target="/ppt/notesMasters/notesMaster1.xml" Id="R9c9bca6a48564f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0ccbd0c594860" /><Relationship Type="http://schemas.openxmlformats.org/officeDocument/2006/relationships/notesMaster" Target="/ppt/notesMasters/notesMaster1.xml" Id="R0548ee8381c442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b843972084733" /><Relationship Type="http://schemas.openxmlformats.org/officeDocument/2006/relationships/notesMaster" Target="/ppt/notesMasters/notesMaster1.xml" Id="R926b7018d8a5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dbc857de749a6" /><Relationship Type="http://schemas.openxmlformats.org/officeDocument/2006/relationships/notesMaster" Target="/ppt/notesMasters/notesMaster1.xml" Id="Rc705dc1e73574c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975713bff94c53" /><Relationship Type="http://schemas.openxmlformats.org/officeDocument/2006/relationships/notesMaster" Target="/ppt/notesMasters/notesMaster1.xml" Id="R53b9334c5af94e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5b8fc201f48e6" /><Relationship Type="http://schemas.openxmlformats.org/officeDocument/2006/relationships/notesMaster" Target="/ppt/notesMasters/notesMaster1.xml" Id="R157de7b393b441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95ce0cda194944" /><Relationship Type="http://schemas.openxmlformats.org/officeDocument/2006/relationships/notesMaster" Target="/ppt/notesMasters/notesMaster1.xml" Id="Re6d58684684548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057f46bde4463c" /><Relationship Type="http://schemas.openxmlformats.org/officeDocument/2006/relationships/notesMaster" Target="/ppt/notesMasters/notesMaster1.xml" Id="Refe787cbabee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ad7ee9d5b74b0e" /><Relationship Type="http://schemas.openxmlformats.org/officeDocument/2006/relationships/notesMaster" Target="/ppt/notesMasters/notesMaster1.xml" Id="R97b6780717db44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0f1db7b1644a58" /><Relationship Type="http://schemas.openxmlformats.org/officeDocument/2006/relationships/notesMaster" Target="/ppt/notesMasters/notesMaster1.xml" Id="R6f23517fe84f41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683c079b4443dd" /><Relationship Type="http://schemas.openxmlformats.org/officeDocument/2006/relationships/notesMaster" Target="/ppt/notesMasters/notesMaster1.xml" Id="R90735c6496534b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aed58418264a7d" /><Relationship Type="http://schemas.openxmlformats.org/officeDocument/2006/relationships/notesMaster" Target="/ppt/notesMasters/notesMaster1.xml" Id="Ra16ecb30babb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c8bff18944c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057a6900844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d8fa2adff48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1e84688274c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923fdf9d54a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e220a847340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6eb2e50334a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4e99cb19541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152ed919447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9095b0b54e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82a09ec4b41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4dd35284d4860" /><Relationship Type="http://schemas.openxmlformats.org/officeDocument/2006/relationships/slideLayout" Target="/ppt/slideLayouts/slideLayout1.xml" Id="Rcdb2f5b7ea454bcb" /><Relationship Type="http://schemas.openxmlformats.org/officeDocument/2006/relationships/slideLayout" Target="/ppt/slideLayouts/slideLayout2.xml" Id="Ra078653640af415b" /><Relationship Type="http://schemas.openxmlformats.org/officeDocument/2006/relationships/slideLayout" Target="/ppt/slideLayouts/slideLayout3.xml" Id="Re9368e3a134f41f1" /><Relationship Type="http://schemas.openxmlformats.org/officeDocument/2006/relationships/slideLayout" Target="/ppt/slideLayouts/slideLayout4.xml" Id="Rbcd2c49d77a74c13" /><Relationship Type="http://schemas.openxmlformats.org/officeDocument/2006/relationships/slideLayout" Target="/ppt/slideLayouts/slideLayout5.xml" Id="R20680ae826324349" /><Relationship Type="http://schemas.openxmlformats.org/officeDocument/2006/relationships/slideLayout" Target="/ppt/slideLayouts/slideLayout6.xml" Id="Re34e6b9f8d514928" /><Relationship Type="http://schemas.openxmlformats.org/officeDocument/2006/relationships/slideLayout" Target="/ppt/slideLayouts/slideLayout7.xml" Id="R11746e6cc0064698" /><Relationship Type="http://schemas.openxmlformats.org/officeDocument/2006/relationships/slideLayout" Target="/ppt/slideLayouts/slideLayout8.xml" Id="R559505143a034793" /><Relationship Type="http://schemas.openxmlformats.org/officeDocument/2006/relationships/slideLayout" Target="/ppt/slideLayouts/slideLayout9.xml" Id="R1a9959314ba44569" /><Relationship Type="http://schemas.openxmlformats.org/officeDocument/2006/relationships/slideLayout" Target="/ppt/slideLayouts/slideLayout10.xml" Id="R81ec763d77d84bc4" /><Relationship Type="http://schemas.openxmlformats.org/officeDocument/2006/relationships/slideLayout" Target="/ppt/slideLayouts/slideLayout11.xml" Id="R9a0389ffcdf4431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2f5b7ea454bcb"/>
    <p:sldLayoutId xmlns:r="http://schemas.openxmlformats.org/officeDocument/2006/relationships" id="2147483650" r:id="Ra078653640af415b"/>
    <p:sldLayoutId xmlns:r="http://schemas.openxmlformats.org/officeDocument/2006/relationships" id="2147483651" r:id="Re9368e3a134f41f1"/>
    <p:sldLayoutId xmlns:r="http://schemas.openxmlformats.org/officeDocument/2006/relationships" id="2147483652" r:id="Rbcd2c49d77a74c13"/>
    <p:sldLayoutId xmlns:r="http://schemas.openxmlformats.org/officeDocument/2006/relationships" id="2147483653" r:id="R20680ae826324349"/>
    <p:sldLayoutId xmlns:r="http://schemas.openxmlformats.org/officeDocument/2006/relationships" id="2147483654" r:id="Re34e6b9f8d514928"/>
    <p:sldLayoutId xmlns:r="http://schemas.openxmlformats.org/officeDocument/2006/relationships" id="2147483655" r:id="R11746e6cc0064698"/>
    <p:sldLayoutId xmlns:r="http://schemas.openxmlformats.org/officeDocument/2006/relationships" id="2147483656" r:id="R559505143a034793"/>
    <p:sldLayoutId xmlns:r="http://schemas.openxmlformats.org/officeDocument/2006/relationships" id="2147483657" r:id="R1a9959314ba44569"/>
    <p:sldLayoutId xmlns:r="http://schemas.openxmlformats.org/officeDocument/2006/relationships" id="2147483658" r:id="R81ec763d77d84bc4"/>
    <p:sldLayoutId xmlns:r="http://schemas.openxmlformats.org/officeDocument/2006/relationships" id="2147483659" r:id="R9a0389ffcdf4431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39c81283964566" /><Relationship Type="http://schemas.openxmlformats.org/officeDocument/2006/relationships/notesSlide" Target="/ppt/notesSlides/notesSlide1.xml" Id="R60132dc28e254e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485045874667" /><Relationship Type="http://schemas.openxmlformats.org/officeDocument/2006/relationships/image" Target="/ppt/media/image.png" Id="R89a69fb9b04648dc" /><Relationship Type="http://schemas.openxmlformats.org/officeDocument/2006/relationships/image" Target="/ppt/media/image2.png" Id="Rc6ec701c484042de" /><Relationship Type="http://schemas.openxmlformats.org/officeDocument/2006/relationships/notesSlide" Target="/ppt/notesSlides/notesSlide2.xml" Id="Rf6cc5510bf91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9f90fdb560417e" /><Relationship Type="http://schemas.openxmlformats.org/officeDocument/2006/relationships/notesSlide" Target="/ppt/notesSlides/notesSlide3.xml" Id="R34cebc2e6d57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653f129214390" /><Relationship Type="http://schemas.openxmlformats.org/officeDocument/2006/relationships/image" Target="/ppt/media/image3.png" Id="Rbf090b2d4eab4746" /><Relationship Type="http://schemas.openxmlformats.org/officeDocument/2006/relationships/image" Target="/ppt/media/image4.png" Id="R43fb83d0175441b5" /><Relationship Type="http://schemas.openxmlformats.org/officeDocument/2006/relationships/notesSlide" Target="/ppt/notesSlides/notesSlide4.xml" Id="Ref8838a8766c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071c4fa1aa4a22" /><Relationship Type="http://schemas.openxmlformats.org/officeDocument/2006/relationships/image" Target="/ppt/media/image5.png" Id="Rb08833b28e024927" /><Relationship Type="http://schemas.openxmlformats.org/officeDocument/2006/relationships/image" Target="/ppt/media/image6.png" Id="R6edb66be5a2a41c1" /><Relationship Type="http://schemas.openxmlformats.org/officeDocument/2006/relationships/notesSlide" Target="/ppt/notesSlides/notesSlide5.xml" Id="Re7672de594cc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3f33a312774ab0" /><Relationship Type="http://schemas.openxmlformats.org/officeDocument/2006/relationships/image" Target="/ppt/media/image7.png" Id="R6ae94e3c9eca4b48" /><Relationship Type="http://schemas.openxmlformats.org/officeDocument/2006/relationships/image" Target="/ppt/media/image8.png" Id="Re1669c17ff83427e" /><Relationship Type="http://schemas.openxmlformats.org/officeDocument/2006/relationships/notesSlide" Target="/ppt/notesSlides/notesSlide6.xml" Id="R0ca87650dc44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dc972c46eb44b7" /><Relationship Type="http://schemas.openxmlformats.org/officeDocument/2006/relationships/image" Target="/ppt/media/image9.png" Id="Rabf20ed4398d4a64" /><Relationship Type="http://schemas.openxmlformats.org/officeDocument/2006/relationships/image" Target="/ppt/media/image10.png" Id="R2e6592d1a9d84ad4" /><Relationship Type="http://schemas.openxmlformats.org/officeDocument/2006/relationships/image" Target="/ppt/media/image11.png" Id="R30b2ab61dbf24e07" /><Relationship Type="http://schemas.openxmlformats.org/officeDocument/2006/relationships/image" Target="/ppt/media/image12.png" Id="R083832b9335b454c" /><Relationship Type="http://schemas.openxmlformats.org/officeDocument/2006/relationships/notesSlide" Target="/ppt/notesSlides/notesSlide7.xml" Id="Rba53962322fe45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cc1041015146df" /><Relationship Type="http://schemas.openxmlformats.org/officeDocument/2006/relationships/image" Target="/ppt/media/image13.png" Id="Re9083fa291764a58" /><Relationship Type="http://schemas.openxmlformats.org/officeDocument/2006/relationships/image" Target="/ppt/media/image14.png" Id="Re83aec08f1004dfa" /><Relationship Type="http://schemas.openxmlformats.org/officeDocument/2006/relationships/image" Target="/ppt/media/image15.png" Id="R3cec3d8573994b7d" /><Relationship Type="http://schemas.openxmlformats.org/officeDocument/2006/relationships/image" Target="/ppt/media/image16.png" Id="R71a4e89a52a24df3" /><Relationship Type="http://schemas.openxmlformats.org/officeDocument/2006/relationships/image" Target="/ppt/media/image17.png" Id="Rab7effa3133e483c" /><Relationship Type="http://schemas.openxmlformats.org/officeDocument/2006/relationships/image" Target="/ppt/media/image18.png" Id="R46453d0161c645ce" /><Relationship Type="http://schemas.openxmlformats.org/officeDocument/2006/relationships/notesSlide" Target="/ppt/notesSlides/notesSlide8.xml" Id="Rfa7b20b683984d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6f5a4e940e43f8" /><Relationship Type="http://schemas.openxmlformats.org/officeDocument/2006/relationships/notesSlide" Target="/ppt/notesSlides/notesSlide9.xml" Id="R3281df92900f47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24e5d671ab4152" /><Relationship Type="http://schemas.openxmlformats.org/officeDocument/2006/relationships/image" Target="/ppt/media/image19.png" Id="Rc4d0cea7a02b4410" /><Relationship Type="http://schemas.openxmlformats.org/officeDocument/2006/relationships/image" Target="/ppt/media/image20.png" Id="Rff492ab3218d44b1" /><Relationship Type="http://schemas.openxmlformats.org/officeDocument/2006/relationships/notesSlide" Target="/ppt/notesSlides/notesSlide10.xml" Id="Rcb0f41c59deb46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a014544704c9a" /><Relationship Type="http://schemas.openxmlformats.org/officeDocument/2006/relationships/image" Target="/ppt/media/image21.png" Id="Rd6d206d15f1048a5" /><Relationship Type="http://schemas.openxmlformats.org/officeDocument/2006/relationships/image" Target="/ppt/media/image22.png" Id="R50cc120edcae4893" /><Relationship Type="http://schemas.openxmlformats.org/officeDocument/2006/relationships/notesSlide" Target="/ppt/notesSlides/notesSlide11.xml" Id="R25afc3d262c447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bca29a607e4990" /><Relationship Type="http://schemas.openxmlformats.org/officeDocument/2006/relationships/image" Target="/ppt/media/image23.png" Id="Rc0193fdedc894bc4" /><Relationship Type="http://schemas.openxmlformats.org/officeDocument/2006/relationships/image" Target="/ppt/media/image24.png" Id="R657f8127779f4d7b" /><Relationship Type="http://schemas.openxmlformats.org/officeDocument/2006/relationships/notesSlide" Target="/ppt/notesSlides/notesSlide12.xml" Id="R1ebd95d0774945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69fb9b046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c701c4840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2300E-C04D-49AD-84C5-2884C197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E6506-0698-44E3-BA6E-1DAFE9E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A"/>
                </a:solidFill>
              </a:defRPr>
            </a:pPr>
            <a:r>
              <a:rPr sz="1200">
                <a:solidFill>
                  <a:srgbClr val="16324A"/>
                </a:solidFill>
              </a:rPr>
              <a:t>IC utama: ESP32-S3, ADS1256, TCA9548A, MCP4725, OPA333, LM321, ULN2003.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90b2d4eab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b83d01754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833b28e02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b66be5a2a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D411B-BE55-4A9B-B831-39551F9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F2F0A-0216-43EA-B461-78D17B3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A"/>
                </a:solidFill>
              </a:defRPr>
            </a:pPr>
            <a:r>
              <a:rPr sz="1200">
                <a:solidFill>
                  <a:srgbClr val="16324A"/>
                </a:solidFill>
              </a:rPr>
              <a:t>Vs V1: OPA333/LM321, MCP4725, dan ULN2003 tidak ada. Ditambah OPA320, PCF8574, SHT40, TPS2116, TPS22964, TPS3839, dan TPS61175.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94e3c9eca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69c17ff8342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3B558-8BB6-494E-B7DA-0CA0B27C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533B6-C43D-40A5-8739-AD160A1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A"/>
                </a:solidFill>
              </a:defRPr>
            </a:pPr>
            <a:r>
              <a:rPr sz="1200">
                <a:solidFill>
                  <a:srgbClr val="16324A"/>
                </a:solidFill>
              </a:rPr>
              <a:t>Vs V2: BOM IC utama sama: ESP32-S3, ADS1256, OPA320, PCF8574, SHT40, TCA9548A, dan TPS22964. Perubahan IC tidak terverifikasi.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20ed4398d4a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592d1a9d84a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2ab61dbf2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832b9335b45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52EB5-3AF6-4F22-B8F3-1B434F2C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9B91E-9A85-4F18-BA6C-425E7455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591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A"/>
                </a:solidFill>
              </a:defRPr>
            </a:pPr>
            <a:r>
              <a:rPr sz="1200">
                <a:solidFill>
                  <a:srgbClr val="16324A"/>
                </a:solidFill>
              </a:rPr>
              <a:t>Vs V3: BOM IC utama sama. GLD4 adalah varian ATEX; source menunjukkan profil jalur fan GPIO7. Tidak ada perubahan IC yang terverifikasi.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83fa29176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aec08f100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c3d8573994b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4e89a52a24d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effa3133e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53d0161c6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F7525-75C5-46CF-AA8E-C41D15E9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4286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1FE71-BFA7-442D-BCB3-6335489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4019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324A"/>
                </a:solidFill>
              </a:defRPr>
            </a:pPr>
            <a:r>
              <a:rPr sz="1200">
                <a:solidFill>
                  <a:srgbClr val="16324A"/>
                </a:solidFill>
              </a:rPr>
              <a:t>V5 source: ESP32-S3, E22, CH340, THVD1410, TPL5010, dan I2C OLED. ADS1256, TCA9548A, PCF8574, dan SHT40 tidak ada pada layout adapter.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0cea7a02b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92ab3218d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206d15f1048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c120edcae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93fdedc894b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f8127779f4d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2026-10-02T04:22:03.2640000Z</dcterms:created>
  <dcterms:modified xsi:type="dcterms:W3CDTF">2026-10-02T04:22:03.2640000Z</dcterms:modified>
</coreProperties>
</file>