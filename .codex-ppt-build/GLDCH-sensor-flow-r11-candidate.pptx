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dc91f17ae14e8b" /><Relationship Type="http://schemas.openxmlformats.org/officeDocument/2006/relationships/extended-properties" Target="/docProps/app.xml" Id="Rd07f625d5a9e4e37" /><Relationship Type="http://schemas.openxmlformats.org/officeDocument/2006/relationships/officeDocument" Target="/ppt/presentation.xml" Id="Re99b1e12b66245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679ab683014c7f"/>
  </p:sldMasterIdLst>
  <p:notesMasterIdLst>
    <p:notesMasterId xmlns:r="http://schemas.openxmlformats.org/officeDocument/2006/relationships" r:id="R6be4c63a3cf942e7"/>
  </p:notesMasterIdLst>
  <p:sldIdLst>
    <p:sldId xmlns:r="http://schemas.openxmlformats.org/officeDocument/2006/relationships" id="256" r:id="R1310c124adba45ad"/>
    <p:sldId xmlns:r="http://schemas.openxmlformats.org/officeDocument/2006/relationships" id="257" r:id="Ref4a3ff25d064921"/>
    <p:sldId xmlns:r="http://schemas.openxmlformats.org/officeDocument/2006/relationships" id="258" r:id="R60cd195858464e41"/>
    <p:sldId xmlns:r="http://schemas.openxmlformats.org/officeDocument/2006/relationships" id="259" r:id="R623be0c4a1aa4774"/>
    <p:sldId xmlns:r="http://schemas.openxmlformats.org/officeDocument/2006/relationships" id="260" r:id="R3c262e783699403f"/>
    <p:sldId xmlns:r="http://schemas.openxmlformats.org/officeDocument/2006/relationships" id="261" r:id="Rb16eca8593114c6d"/>
    <p:sldId xmlns:r="http://schemas.openxmlformats.org/officeDocument/2006/relationships" id="262" r:id="Rb9f3c73eddd34212"/>
    <p:sldId xmlns:r="http://schemas.openxmlformats.org/officeDocument/2006/relationships" id="263" r:id="Rf8f43e93dfc44ec9"/>
    <p:sldId xmlns:r="http://schemas.openxmlformats.org/officeDocument/2006/relationships" id="264" r:id="R7eca94366d9348a9"/>
    <p:sldId xmlns:r="http://schemas.openxmlformats.org/officeDocument/2006/relationships" id="265" r:id="Raa8b326d1a8c46e0"/>
    <p:sldId xmlns:r="http://schemas.openxmlformats.org/officeDocument/2006/relationships" id="266" r:id="R5f8f9a3b393e4e4a"/>
    <p:sldId xmlns:r="http://schemas.openxmlformats.org/officeDocument/2006/relationships" id="267" r:id="R8cff8c7eb1284f19"/>
    <p:sldId xmlns:r="http://schemas.openxmlformats.org/officeDocument/2006/relationships" id="268" r:id="Ra440705950dd4b0a"/>
    <p:sldId xmlns:r="http://schemas.openxmlformats.org/officeDocument/2006/relationships" id="269" r:id="R4ff9e2cb0bba457e"/>
    <p:sldId xmlns:r="http://schemas.openxmlformats.org/officeDocument/2006/relationships" id="270" r:id="Rf68c04e8d95947a8"/>
    <p:sldId xmlns:r="http://schemas.openxmlformats.org/officeDocument/2006/relationships" id="271" r:id="Rafba4ad320024f62"/>
    <p:sldId xmlns:r="http://schemas.openxmlformats.org/officeDocument/2006/relationships" id="272" r:id="R09cdf94c76f745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c27e4a6149416a" /><Relationship Type="http://schemas.openxmlformats.org/officeDocument/2006/relationships/slideMaster" Target="/ppt/slideMasters/slideMaster1.xml" Id="R25679ab683014c7f" /><Relationship Type="http://schemas.openxmlformats.org/officeDocument/2006/relationships/notesMaster" Target="/ppt/notesMasters/notesMaster1.xml" Id="R6be4c63a3cf942e7" /><Relationship Type="http://schemas.openxmlformats.org/officeDocument/2006/relationships/presProps" Target="/ppt/presProps.xml" Id="R11ac53bea9554887" /><Relationship Type="http://schemas.openxmlformats.org/officeDocument/2006/relationships/viewProps" Target="/ppt/viewProps.xml" Id="R82ff92a8faa04481" /><Relationship Type="http://schemas.openxmlformats.org/officeDocument/2006/relationships/tableStyles" Target="/ppt/tableStyles.xml" Id="R5439a80f9ec048ea" /><Relationship Type="http://schemas.openxmlformats.org/officeDocument/2006/relationships/slide" Target="/ppt/slides/slide1.xml" Id="R1310c124adba45ad" /><Relationship Type="http://schemas.openxmlformats.org/officeDocument/2006/relationships/slide" Target="/ppt/slides/slide2.xml" Id="Ref4a3ff25d064921" /><Relationship Type="http://schemas.openxmlformats.org/officeDocument/2006/relationships/slide" Target="/ppt/slides/slide3.xml" Id="R60cd195858464e41" /><Relationship Type="http://schemas.openxmlformats.org/officeDocument/2006/relationships/slide" Target="/ppt/slides/slide4.xml" Id="R623be0c4a1aa4774" /><Relationship Type="http://schemas.openxmlformats.org/officeDocument/2006/relationships/slide" Target="/ppt/slides/slide5.xml" Id="R3c262e783699403f" /><Relationship Type="http://schemas.openxmlformats.org/officeDocument/2006/relationships/slide" Target="/ppt/slides/slide6.xml" Id="Rb16eca8593114c6d" /><Relationship Type="http://schemas.openxmlformats.org/officeDocument/2006/relationships/slide" Target="/ppt/slides/slide7.xml" Id="Rb9f3c73eddd34212" /><Relationship Type="http://schemas.openxmlformats.org/officeDocument/2006/relationships/slide" Target="/ppt/slides/slide8.xml" Id="Rf8f43e93dfc44ec9" /><Relationship Type="http://schemas.openxmlformats.org/officeDocument/2006/relationships/slide" Target="/ppt/slides/slide9.xml" Id="R7eca94366d9348a9" /><Relationship Type="http://schemas.openxmlformats.org/officeDocument/2006/relationships/slide" Target="/ppt/slides/slide10.xml" Id="Raa8b326d1a8c46e0" /><Relationship Type="http://schemas.openxmlformats.org/officeDocument/2006/relationships/slide" Target="/ppt/slides/slide11.xml" Id="R5f8f9a3b393e4e4a" /><Relationship Type="http://schemas.openxmlformats.org/officeDocument/2006/relationships/slide" Target="/ppt/slides/slide12.xml" Id="R8cff8c7eb1284f19" /><Relationship Type="http://schemas.openxmlformats.org/officeDocument/2006/relationships/slide" Target="/ppt/slides/slide13.xml" Id="Ra440705950dd4b0a" /><Relationship Type="http://schemas.openxmlformats.org/officeDocument/2006/relationships/slide" Target="/ppt/slides/slide14.xml" Id="R4ff9e2cb0bba457e" /><Relationship Type="http://schemas.openxmlformats.org/officeDocument/2006/relationships/slide" Target="/ppt/slides/slide15.xml" Id="Rf68c04e8d95947a8" /><Relationship Type="http://schemas.openxmlformats.org/officeDocument/2006/relationships/slide" Target="/ppt/slides/slide16.xml" Id="Rafba4ad320024f62" /><Relationship Type="http://schemas.openxmlformats.org/officeDocument/2006/relationships/slide" Target="/ppt/slides/slide17.xml" Id="R09cdf94c76f745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5ff086d9e43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69a82682e04c78" /><Relationship Type="http://schemas.openxmlformats.org/officeDocument/2006/relationships/notesMaster" Target="/ppt/notesMasters/notesMaster1.xml" Id="R0bf6c5da6e4d43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feaffb652c443c" /><Relationship Type="http://schemas.openxmlformats.org/officeDocument/2006/relationships/notesMaster" Target="/ppt/notesMasters/notesMaster1.xml" Id="R029479f45ccf41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1c643450414893" /><Relationship Type="http://schemas.openxmlformats.org/officeDocument/2006/relationships/notesMaster" Target="/ppt/notesMasters/notesMaster1.xml" Id="R3f3762c0580847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d3f5f484e34136" /><Relationship Type="http://schemas.openxmlformats.org/officeDocument/2006/relationships/notesMaster" Target="/ppt/notesMasters/notesMaster1.xml" Id="R2a968c034d9945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e352f9f53d4d90" /><Relationship Type="http://schemas.openxmlformats.org/officeDocument/2006/relationships/notesMaster" Target="/ppt/notesMasters/notesMaster1.xml" Id="R124da662812344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e49194519b405e" /><Relationship Type="http://schemas.openxmlformats.org/officeDocument/2006/relationships/notesMaster" Target="/ppt/notesMasters/notesMaster1.xml" Id="Rc8092caf04d947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6e29e8e1a3491a" /><Relationship Type="http://schemas.openxmlformats.org/officeDocument/2006/relationships/notesMaster" Target="/ppt/notesMasters/notesMaster1.xml" Id="R238a34eaa14e4b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d542ca339b4a10" /><Relationship Type="http://schemas.openxmlformats.org/officeDocument/2006/relationships/notesMaster" Target="/ppt/notesMasters/notesMaster1.xml" Id="R9c6d5145adde4b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13c8bd72dd4d8e" /><Relationship Type="http://schemas.openxmlformats.org/officeDocument/2006/relationships/notesMaster" Target="/ppt/notesMasters/notesMaster1.xml" Id="Rf5c07454756b4c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d09ec87f5f4d68" /><Relationship Type="http://schemas.openxmlformats.org/officeDocument/2006/relationships/notesMaster" Target="/ppt/notesMasters/notesMaster1.xml" Id="R011fc009fde948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30640e0b2e41fd" /><Relationship Type="http://schemas.openxmlformats.org/officeDocument/2006/relationships/notesMaster" Target="/ppt/notesMasters/notesMaster1.xml" Id="R3207f2a422c646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018f74a0fd4e6d" /><Relationship Type="http://schemas.openxmlformats.org/officeDocument/2006/relationships/notesMaster" Target="/ppt/notesMasters/notesMaster1.xml" Id="R23943ec1e5ee4f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2951547c804fc3" /><Relationship Type="http://schemas.openxmlformats.org/officeDocument/2006/relationships/notesMaster" Target="/ppt/notesMasters/notesMaster1.xml" Id="R1f753575a37a4c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9b56a9812c42ee" /><Relationship Type="http://schemas.openxmlformats.org/officeDocument/2006/relationships/notesMaster" Target="/ppt/notesMasters/notesMaster1.xml" Id="R1841bb484dc349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5db7cb712943cb" /><Relationship Type="http://schemas.openxmlformats.org/officeDocument/2006/relationships/notesMaster" Target="/ppt/notesMasters/notesMaster1.xml" Id="R2e03af1248724a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7e085d98224fb3" /><Relationship Type="http://schemas.openxmlformats.org/officeDocument/2006/relationships/notesMaster" Target="/ppt/notesMasters/notesMaster1.xml" Id="Rc7550f31932247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4b7bd4da9f4842" /><Relationship Type="http://schemas.openxmlformats.org/officeDocument/2006/relationships/notesMaster" Target="/ppt/notesMasters/notesMaster1.xml" Id="Rc942ead98ec746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firmware/gld/include/BoardPinsGLD2.h; output/diagrams/gld2/component-pins.csv.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docs/wiring/gld-project-ver2-2026-07-01/GLD2-functional-test-plan-draft.md;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docs/wiring/gld-project-ver2-2026-07-01/source-GLD_Project.zip; source-GLD2.zip; docs/wiring/Board_GLD3.zip; docs/wiring/GLD ATEX.zip; docs/wiring/GLD5.zip; firmware/gld/include/BoardPinsGLD2.h; firmware/gld/include/BoardPinsGLDATEX.h.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docs/wiring/ch-dual-radio-e220-ver4-2026-07-21/README.md; docs/wiring/ch-dual-radio-e220-ver4-2026-07-21/1-PCB_PCB_dualRadioCH_E220Ver4.json.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docs/wiring/ch-dual-radio-e220-ver4-2026-07-21/README.md; docs/wiring/ch-dual-radio-e220-ver4-2026-07-21/1-PCB_PCB_dualRadioCH_E220Ver4.json; docs/wiring/Source_CH_Board_Kecil/Source_CH_Board_Kecil.zip.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caf87b30542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2003ea3ac4c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235a0ea1340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1c1aadbea44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3f10a9f8f4c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c8f89f2d6482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106d5b36b473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34ac9aa9d4a5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df879784d49b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5480d9b7243b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3d6c61cfe49f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f40827c1d64339" /><Relationship Type="http://schemas.openxmlformats.org/officeDocument/2006/relationships/slideLayout" Target="/ppt/slideLayouts/slideLayout1.xml" Id="Red3a06bc8f35434c" /><Relationship Type="http://schemas.openxmlformats.org/officeDocument/2006/relationships/slideLayout" Target="/ppt/slideLayouts/slideLayout2.xml" Id="R76fbcdf978014367" /><Relationship Type="http://schemas.openxmlformats.org/officeDocument/2006/relationships/slideLayout" Target="/ppt/slideLayouts/slideLayout3.xml" Id="R5f2763fc3a904262" /><Relationship Type="http://schemas.openxmlformats.org/officeDocument/2006/relationships/slideLayout" Target="/ppt/slideLayouts/slideLayout4.xml" Id="R6fbf5482d3d94903" /><Relationship Type="http://schemas.openxmlformats.org/officeDocument/2006/relationships/slideLayout" Target="/ppt/slideLayouts/slideLayout5.xml" Id="R3fdaa6c1ed9740b6" /><Relationship Type="http://schemas.openxmlformats.org/officeDocument/2006/relationships/slideLayout" Target="/ppt/slideLayouts/slideLayout6.xml" Id="R6502999063a24213" /><Relationship Type="http://schemas.openxmlformats.org/officeDocument/2006/relationships/slideLayout" Target="/ppt/slideLayouts/slideLayout7.xml" Id="R527331c6b5e94215" /><Relationship Type="http://schemas.openxmlformats.org/officeDocument/2006/relationships/slideLayout" Target="/ppt/slideLayouts/slideLayout8.xml" Id="Rdbc3fef15df04ebb" /><Relationship Type="http://schemas.openxmlformats.org/officeDocument/2006/relationships/slideLayout" Target="/ppt/slideLayouts/slideLayout9.xml" Id="R752df3470e4d4672" /><Relationship Type="http://schemas.openxmlformats.org/officeDocument/2006/relationships/slideLayout" Target="/ppt/slideLayouts/slideLayout10.xml" Id="R9d9356cb70bc460a" /><Relationship Type="http://schemas.openxmlformats.org/officeDocument/2006/relationships/slideLayout" Target="/ppt/slideLayouts/slideLayout11.xml" Id="Rab91d59d361e4a8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3a06bc8f35434c"/>
    <p:sldLayoutId xmlns:r="http://schemas.openxmlformats.org/officeDocument/2006/relationships" id="2147483650" r:id="R76fbcdf978014367"/>
    <p:sldLayoutId xmlns:r="http://schemas.openxmlformats.org/officeDocument/2006/relationships" id="2147483651" r:id="R5f2763fc3a904262"/>
    <p:sldLayoutId xmlns:r="http://schemas.openxmlformats.org/officeDocument/2006/relationships" id="2147483652" r:id="R6fbf5482d3d94903"/>
    <p:sldLayoutId xmlns:r="http://schemas.openxmlformats.org/officeDocument/2006/relationships" id="2147483653" r:id="R3fdaa6c1ed9740b6"/>
    <p:sldLayoutId xmlns:r="http://schemas.openxmlformats.org/officeDocument/2006/relationships" id="2147483654" r:id="R6502999063a24213"/>
    <p:sldLayoutId xmlns:r="http://schemas.openxmlformats.org/officeDocument/2006/relationships" id="2147483655" r:id="R527331c6b5e94215"/>
    <p:sldLayoutId xmlns:r="http://schemas.openxmlformats.org/officeDocument/2006/relationships" id="2147483656" r:id="Rdbc3fef15df04ebb"/>
    <p:sldLayoutId xmlns:r="http://schemas.openxmlformats.org/officeDocument/2006/relationships" id="2147483657" r:id="R752df3470e4d4672"/>
    <p:sldLayoutId xmlns:r="http://schemas.openxmlformats.org/officeDocument/2006/relationships" id="2147483658" r:id="R9d9356cb70bc460a"/>
    <p:sldLayoutId xmlns:r="http://schemas.openxmlformats.org/officeDocument/2006/relationships" id="2147483659" r:id="Rab91d59d361e4a8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8fecd598ac4712" /><Relationship Type="http://schemas.openxmlformats.org/officeDocument/2006/relationships/notesSlide" Target="/ppt/notesSlides/notesSlide1.xml" Id="R0dbeaba8023d4c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e1fe61dc64937" /><Relationship Type="http://schemas.openxmlformats.org/officeDocument/2006/relationships/image" Target="/ppt/media/image.png" Id="R1f56af3b015045e8" /><Relationship Type="http://schemas.openxmlformats.org/officeDocument/2006/relationships/image" Target="/ppt/media/image2.png" Id="R54acbfdabbcc4fcc" /><Relationship Type="http://schemas.openxmlformats.org/officeDocument/2006/relationships/notesSlide" Target="/ppt/notesSlides/notesSlide2.xml" Id="R27bbdfdf0bff4f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ecca44dd554568" /><Relationship Type="http://schemas.openxmlformats.org/officeDocument/2006/relationships/notesSlide" Target="/ppt/notesSlides/notesSlide3.xml" Id="Rfa3ddb34fe1345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a7d974ddc49aa" /><Relationship Type="http://schemas.openxmlformats.org/officeDocument/2006/relationships/image" Target="/ppt/media/image3.png" Id="Rfdcad96669f44041" /><Relationship Type="http://schemas.openxmlformats.org/officeDocument/2006/relationships/image" Target="/ppt/media/image4.png" Id="R0a9e3d8b67f24c61" /><Relationship Type="http://schemas.openxmlformats.org/officeDocument/2006/relationships/notesSlide" Target="/ppt/notesSlides/notesSlide4.xml" Id="R2c63fb0699aa4f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eb390220e24d8d" /><Relationship Type="http://schemas.openxmlformats.org/officeDocument/2006/relationships/notesSlide" Target="/ppt/notesSlides/notesSlide5.xml" Id="Rba962d9204bc45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ed0abcee2b43b3" /><Relationship Type="http://schemas.openxmlformats.org/officeDocument/2006/relationships/image" Target="/ppt/media/image5.png" Id="R156729e386c94b62" /><Relationship Type="http://schemas.openxmlformats.org/officeDocument/2006/relationships/image" Target="/ppt/media/image6.png" Id="R3d9a36848adb4b2f" /><Relationship Type="http://schemas.openxmlformats.org/officeDocument/2006/relationships/notesSlide" Target="/ppt/notesSlides/notesSlide6.xml" Id="Rb68e0e5a76f148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914469a14d431e" /><Relationship Type="http://schemas.openxmlformats.org/officeDocument/2006/relationships/notesSlide" Target="/ppt/notesSlides/notesSlide7.xml" Id="R550fcbe32e3744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327a5f363c4798" /><Relationship Type="http://schemas.openxmlformats.org/officeDocument/2006/relationships/image" Target="/ppt/media/image7.png" Id="R986f989a0ca04237" /><Relationship Type="http://schemas.openxmlformats.org/officeDocument/2006/relationships/image" Target="/ppt/media/image8.png" Id="R2de7d179f16b4ee6" /><Relationship Type="http://schemas.openxmlformats.org/officeDocument/2006/relationships/notesSlide" Target="/ppt/notesSlides/notesSlide8.xml" Id="R92e68a4d6e964e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795126abd5499f" /><Relationship Type="http://schemas.openxmlformats.org/officeDocument/2006/relationships/image" Target="/ppt/media/image9.png" Id="Rb646b7e5c6c44ccf" /><Relationship Type="http://schemas.openxmlformats.org/officeDocument/2006/relationships/image" Target="/ppt/media/image10.png" Id="Ra8d56ec37b4146e0" /><Relationship Type="http://schemas.openxmlformats.org/officeDocument/2006/relationships/image" Target="/ppt/media/image11.png" Id="R54e2af85d30e43a3" /><Relationship Type="http://schemas.openxmlformats.org/officeDocument/2006/relationships/image" Target="/ppt/media/image12.png" Id="R9ef3f86577b947b8" /><Relationship Type="http://schemas.openxmlformats.org/officeDocument/2006/relationships/notesSlide" Target="/ppt/notesSlides/notesSlide9.xml" Id="R91ea03400ad345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3352af225f46f6" /><Relationship Type="http://schemas.openxmlformats.org/officeDocument/2006/relationships/image" Target="/ppt/media/image13.png" Id="R8857343952ce4e4c" /><Relationship Type="http://schemas.openxmlformats.org/officeDocument/2006/relationships/image" Target="/ppt/media/image14.png" Id="R954700b433234b61" /><Relationship Type="http://schemas.openxmlformats.org/officeDocument/2006/relationships/image" Target="/ppt/media/image15.png" Id="R7aa8cce1eaac4552" /><Relationship Type="http://schemas.openxmlformats.org/officeDocument/2006/relationships/image" Target="/ppt/media/image16.png" Id="Redff2ee19a244547" /><Relationship Type="http://schemas.openxmlformats.org/officeDocument/2006/relationships/image" Target="/ppt/media/image17.png" Id="Rb25d31fbb7894ccf" /><Relationship Type="http://schemas.openxmlformats.org/officeDocument/2006/relationships/image" Target="/ppt/media/image18.png" Id="Rd5f9589d1c504b2f" /><Relationship Type="http://schemas.openxmlformats.org/officeDocument/2006/relationships/notesSlide" Target="/ppt/notesSlides/notesSlide10.xml" Id="Rd1c894a5e64a4d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79982192764329" /><Relationship Type="http://schemas.openxmlformats.org/officeDocument/2006/relationships/notesSlide" Target="/ppt/notesSlides/notesSlide11.xml" Id="Rc6160760feec40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6d9766761744db" /><Relationship Type="http://schemas.openxmlformats.org/officeDocument/2006/relationships/notesSlide" Target="/ppt/notesSlides/notesSlide12.xml" Id="R630472b4572e4a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94562bcd3645ae" /><Relationship Type="http://schemas.openxmlformats.org/officeDocument/2006/relationships/image" Target="/ppt/media/image19.png" Id="Rbd9500d67d7e42cc" /><Relationship Type="http://schemas.openxmlformats.org/officeDocument/2006/relationships/image" Target="/ppt/media/image20.png" Id="R76686b06217b4905" /><Relationship Type="http://schemas.openxmlformats.org/officeDocument/2006/relationships/notesSlide" Target="/ppt/notesSlides/notesSlide13.xml" Id="Re6ef1c0cfeb149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7362e2c07e455d" /><Relationship Type="http://schemas.openxmlformats.org/officeDocument/2006/relationships/image" Target="/ppt/media/image21.png" Id="R20c01edade494a40" /><Relationship Type="http://schemas.openxmlformats.org/officeDocument/2006/relationships/image" Target="/ppt/media/image22.png" Id="R12a1fbf0a11c48ae" /><Relationship Type="http://schemas.openxmlformats.org/officeDocument/2006/relationships/notesSlide" Target="/ppt/notesSlides/notesSlide14.xml" Id="Re20f208e591a47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dce9196dc64faf" /><Relationship Type="http://schemas.openxmlformats.org/officeDocument/2006/relationships/image" Target="/ppt/media/image23.png" Id="R5e7857ef9247497c" /><Relationship Type="http://schemas.openxmlformats.org/officeDocument/2006/relationships/image" Target="/ppt/media/image24.png" Id="Ra9c94bbbc85d48ec" /><Relationship Type="http://schemas.openxmlformats.org/officeDocument/2006/relationships/notesSlide" Target="/ppt/notesSlides/notesSlide15.xml" Id="Raefbe5d2dd4b48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b4b9427d3746af" /><Relationship Type="http://schemas.openxmlformats.org/officeDocument/2006/relationships/notesSlide" Target="/ppt/notesSlides/notesSlide16.xml" Id="R1b6155b5629f41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0464a53384de7" /><Relationship Type="http://schemas.openxmlformats.org/officeDocument/2006/relationships/notesSlide" Target="/ppt/notesSlides/notesSlide17.xml" Id="R4a66d0a949b945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6af3b015045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cbfdabbcc4f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33103-B9B8-4861-B246-2B0B0AC4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29125"/>
            <a:ext cx="1152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33375" y="4429125"/>
          <a:ext xmlns:a="http://schemas.openxmlformats.org/drawingml/2006/main" cx="11525250" cy="1428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19250"/>
                <a:gridCol w="9906000"/>
              </a:tblGrid>
              <a:tr h="285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— baseline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footprint/sirkuit sensor menyatu pada motherboard (gambar PCB); MCP4725 terdapat di source V1.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dan SHT40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Tersedia pada source V1 untuk blok analog.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ad96669f44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e3d8b67f24c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3EAC2-49A8-4F29-B901-DDA2720B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04164-DA65-4F83-B532-7F108872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dalam Rantai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DF76D-C2AE-4BF7-BB4A-EDB9B6BD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Delapan modul adalah sumber data; motherboard menyalakan, memilih, men-null, lalu mengubah sinyal menjadi data digital.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DFDF5-928E-4007-884C-5EE5B53D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8995A-C38A-4D22-B6B5-8DD6E0FF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9E075-F3E6-4D40-BCC9-FF41E995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1. Elemen MQ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5A780-68A1-4D8A-B0A8-AA90CD68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88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MQ8, MQ135, MQ3, MQ5, MQ4, MQ7, MQ6, MQ2. Heater dan elemen sensor berada pada modul.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8CC5B-538A-4369-AF5E-11E417A6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D0555-925A-4971-AA28-508A1657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27C3A-C695-4D72-A196-3D84F9CB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E4037-9057-4759-9354-0D4CA5CA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2. Slot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EAAD7-2E01-4738-942F-D3DDB5E2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+5V, GND, VMID, AIN, SDA/SCL cabang, dan EN tersedia pada header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9CF07-71E1-4746-930C-D5B705D2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AIN0–7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16FE3-F238-4157-9258-2F703EC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95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9D04F-2D5A-4974-AE85-4B288338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2E391-4A30-43E8-8E8F-0256D1D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3. Akuisisi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B0794-B6AC-4D68-8BE3-909C38EE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790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Filter analog → ADS1256. ESP32-S3 membaca delapan kanal dan membentuk data/telemetri.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5926A-E39D-41C7-800B-886CA349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C7F28-1FCC-43A6-8D2A-2BACFC1F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195A0-3BE3-49F0-87A3-91CA5EE2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Daya per modul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18562-31E4-44C3-A1EA-C3A12468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PCF8574 (0x20) mengeluarkan EN0–EN7. EN mengendalikan TPS22919; rail sensor dapat dipilih ON/OFF.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4B495-BAB4-4FE2-819B-CFB60A5B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05264-2E19-4D3D-96E2-1F20970F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CCBD41-B0CD-4935-B166-5E59B01C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CD81D-1249-4B39-ADD0-068227CE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I2C per cabang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3DF73-7709-4ED9-8AA9-C5165213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TCA9548A (0x71) memilih SDA/SCL cabang. MCP4725 setiap cabang beralamat sama: 0x60.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79B66-A673-40E3-A5F0-EEBDA768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FF6824-0C1C-4CDE-9F18-887D4D00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45D3C5-139E-4A09-B1B6-74C8F28A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88FD15-BEFE-48AA-8BCC-C3C9607B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A0A395-B0F3-4E00-AFB4-8744AD48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MCP4725 memberi tegangan DAC saat prosedur nulling.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E61630-AE2C-4E70-AFCE-E5A94733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Bukti: source-GLD2.zip, BoardPinsGLD2.h, dan temuan live COM3 2026-08-19. Ini menjelaskan arsitektur GLD2; bukan klaim hasil gas/field test saat ini.</a:t>
            </a:r>
          </a:p>
        </p:txBody>
      </p:sp>
    </p:spTree>
    <p:extLst>
      <p:ext uri="{BB962C8B-B14F-4D97-AF65-F5344CB8AC3E}">
        <p14:creationId xmlns:p14="http://schemas.microsoft.com/office/powerpoint/2010/main" val="17550475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729e386c94b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a36848adb4b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7BB67-BCFC-406A-B64F-28D8CB7D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86250"/>
            <a:ext cx="1152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286250"/>
          <a:ext xmlns:a="http://schemas.openxmlformats.org/drawingml/2006/main" cx="11525250" cy="166687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778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Terpisah sebagai sensor module eksternal melalui H2/H1/H3–H8.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OPA320; ADS1256 tetap membaca AIN0–AIN7.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P0–P7 → EN0–EN7; TPS22919 mengendalikan rail sensor.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pada root I2C 0x44.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ada; MCP di 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tetap ada; MCP4725 berada per module dan dipilih via TCA 0x71.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03F15-0449-4F04-8B41-8DD5C89E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32E18-5218-4C91-98B6-93EC4B48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Pemetaan 8 Sensor Module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33FD6-B465-4F2E-988C-F78450FE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Pemetaan ini harus dipakai saat akses MCP4725/nulling karena urutan EN tidak sama dengan urutan sensor fisik.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524000" y="1285875"/>
          <a:ext xmlns:a="http://schemas.openxmlformats.org/drawingml/2006/main" cx="9144000" cy="4000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2095500"/>
                <a:gridCol w="2095500"/>
                <a:gridCol w="1524000"/>
                <a:gridCol w="2095500"/>
              </a:tblGrid>
              <a:tr h="444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PCF / EN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ADS1256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P0 / EN0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AIN0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MQ135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P6 / EN6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AIN1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P7 / EN7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AIN2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P3 / EN3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P4 / EN4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AIN4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P5 / EN5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AIN5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P2 / EN2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AIN6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P1 / EN1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17385-F433-4B6F-AF18-25433C45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C4635-451A-4246-A593-ABC38B55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Urutan akses yang terbukti pada GLD2: matikan switch lain → aktifkan EN target → pilih TCA pasangannya → akses MCP 0x60. Root I2C: PCF8574 0x20, SHT40 0x44, TCA9548A 0x71.</a:t>
            </a:r>
          </a:p>
        </p:txBody>
      </p:sp>
    </p:spTree>
    <p:extLst>
      <p:ext uri="{BB962C8B-B14F-4D97-AF65-F5344CB8AC3E}">
        <p14:creationId xmlns:p14="http://schemas.microsoft.com/office/powerpoint/2010/main" val="13441453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f989a0ca0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7d179f16b4e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8CC09-97FA-4350-978B-662E0055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76750"/>
            <a:ext cx="1152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476750"/>
          <a:ext xmlns:a="http://schemas.openxmlformats.org/drawingml/2006/main" cx="11525250" cy="1428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85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 via H2/H1/H3–H8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I2C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+5VA, TCA9548A, 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Blok acquisition utama sama pada source; tidak ada IC baru yang ditemukan.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6b7e5c6c44c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56ec37b4146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2af85d30e43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3f86577b947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EBC92-66C8-40FA-81E5-3E239E8D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43250"/>
            <a:ext cx="8143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38125" y="3143250"/>
          <a:ext xmlns:a="http://schemas.openxmlformats.org/drawingml/2006/main" cx="8143875" cy="2762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81125"/>
                <a:gridCol w="2381250"/>
                <a:gridCol w="4238625"/>
              </a:tblGrid>
              <a:tr h="460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+5VA; TCA/MCP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basis acquisition yang sama.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Profile firmware menambah jalur kontrol fan GPIO7; bukan bukti sertifikasi ATEX.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7343952ce4e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700b433234b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8cce1eaac4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f2ee19a24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d31fbb7894c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9589d1c504b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94705-EC70-4261-BE3E-9F4EB8EA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4333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667625" y="1952625"/>
          <a:ext xmlns:a="http://schemas.openxmlformats.org/drawingml/2006/main" cx="4333875" cy="3905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2762250"/>
              </a:tblGrid>
              <a:tr h="55789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V5 adapter vs V4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slot/modul sensor pada PCB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dan ADS1256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PCF8574, TPS22919, dan TCA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Arti sistem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sensor dihapus; V5 adalah board interface (E22, USB-UART, RS-485, OLED).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D5FD3-C131-4C20-8FE5-C1CBC96F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B6B33-31B8-4457-83E3-9C33B3D8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GLD V1–V5: Posisi Sensor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6A81A-2A8C-4AB3-A228-A52C0F9C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Versi visual dibandingkan dari artefak PCB yang tersedia. Detail mapping header yang lengkap hanya terverifikasi untuk GLD2.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11144250" cy="4857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3524250"/>
                <a:gridCol w="3048000"/>
                <a:gridCol w="3238500"/>
              </a:tblGrid>
              <a:tr h="809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Akuisisi / 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Perubahan board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Batas bukti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ADS1256, TCA9548A, MCP4725; blok analog OPA333/LM321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Baseline visual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mapping header lengkap yang dipasangkan ke slide V1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slot: PCF+TPS22919, TCA, MCP4725,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Pemetaan H2/H1/H3–H8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wiring dan hasil nulling 8/8 pada COM3 historis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IC utama sama dengan GLD2 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penggantian IC utama yang ditemukan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menyamakan layout fisik tanpa source per-version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Basis acquisition tetap sama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Fan GPIO7 pada profile firmware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sertifikasi ATEX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muncul pada layout adapter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Adapter: E22/USB-UART/RS-485/OLED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disimpulkan bahwa sensor module hilang dari sistem lengkap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871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500d67d7e42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86b06217b4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01edade494a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1fbf0a11c48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857ef924749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94bbbc85d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ACD1ED-141F-4940-B7FB-5DF17785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8A7FB-BF4F-4835-8B4D-62033E5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Dari Sensor Module ke 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5C6C4-8142-4E4E-88AC-DF93833C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CH tidak membaca AIN/ADC sensor secara langsung; perannya adalah menerima dan meneruskan data GLD melalui radio E22.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B4F54-6690-4752-9D0E-7DB34A5B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36DB0-66EF-4507-89F5-EFA11A0E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7A81F-B574-4363-92E0-AA7F5FF4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E98A4-9445-4276-95C5-979F1EC1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1885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Elemen MQ menghasilkan sinyal analog. EN, I2C cabang, dan AIN kembali ke motherboard GLD.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2342A-8273-491C-8F04-C86CCC1E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2FBFD-8FA5-4C63-9F67-0AFE7AB5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C6CFC-54FF-4907-8655-706FB9E1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974C8-F4A6-4729-96CB-050076AA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47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acquisition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DC774-CCFF-4402-A501-EED4550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71675"/>
            <a:ext cx="2076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PCF/TPS22919: daya; TCA/MCP: pilih &amp; nulling; ADS1256: konversi analog ke data; ESP32-S3: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6FABA-51DE-4A39-A871-A8EA108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9EC30-2517-44E1-818A-CD9FE7C5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94F1A-C679-4344-8AFE-B436C99D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0C8E4-7A01-418E-9107-176CD779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478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E22 pada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6F9D3-2902-4480-B126-40AB4443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71675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Radio membawa telemetri/data yang sudah dibentuk oleh GLD; bukan sinyal sensor analog.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B896F-F773-4C5E-A053-101495AB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FE97B-38AC-4D09-B3FC-3C97B956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238250" cy="1714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CABD5-9846-450C-BFA6-AF67F54A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74F00-BA5B-4C04-8139-9D647AD5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47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68D02-1675-4D79-A14E-F7CAAD38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Dual E22: terima/relay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A7535-C47B-490A-B445-819EF489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895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C9C13-2726-426C-B6C7-5A8A0322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79353-37CF-4E28-AAC3-A6C04ABC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Bukti CH yang tersedia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5FD48-470A-4570-B4F8-D856790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64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dualRadioCH_E220Ver4 membuktikan ESP32-S3, dua E22, BQ25185, TPS63020, TLV70233, TPL5010 dan CH340. Mapping radio/profile firmware ada, tetapi source tidak dipasangkan tegas ke gambar CH V1–V3 di deck.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25480-3EB3-4D2C-855E-A5E1E06F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Batas klaim: alur hardware/board source; tidak menyatakan keberhasilan komunikasi RF, relay CH, gateway, atau server di lapangan.</a:t>
            </a:r>
          </a:p>
        </p:txBody>
      </p:sp>
    </p:spTree>
    <p:extLst>
      <p:ext uri="{BB962C8B-B14F-4D97-AF65-F5344CB8AC3E}">
        <p14:creationId xmlns:p14="http://schemas.microsoft.com/office/powerpoint/2010/main" val="107105611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673ED-B248-4C4D-B7C6-38CCBF74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BAB94-000E-483F-B835-1B8C2590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CH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EEE58-402F-48D3-8239-E38E4B4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Peran CH terhadap sensor: menerima paket LoRa dari GLD; tidak berfungsi sebagai ADC/board sensor module.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11144250" cy="4572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571625"/>
                <a:gridCol w="3714750"/>
                <a:gridCol w="3286125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Bukti di deck/repo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Hubungan ke sensor module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via radio (fungsi per-IC belum dapat dipetakan)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berada setelah GLD/E22 dalam rantai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jalur analog atau pengendali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Source CH E220 Ver4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ESP32-S3, 2×E22,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Menerima/relay paket LoRa yang dikirim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Referensi board source; bukan pemetaan pasti ke V1–V3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41174-134D-45E2-8A3F-0C3FB51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121E1-FAFD-4BA1-A552-2E91EAD8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Agar perbandingan CH V1–V3 menjadi pasti, diperlukan source EasyEDA/PCB JSON atau BOM yang secara eksplisit menyebut masing-masing versi tersebut.</a:t>
            </a:r>
          </a:p>
        </p:txBody>
      </p:sp>
    </p:spTree>
    <p:extLst>
      <p:ext uri="{BB962C8B-B14F-4D97-AF65-F5344CB8AC3E}">
        <p14:creationId xmlns:p14="http://schemas.microsoft.com/office/powerpoint/2010/main" val="19678071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2026-10-02T04:41:18.5320000Z</dcterms:created>
  <dcterms:modified xsi:type="dcterms:W3CDTF">2026-10-02T04:41:18.5330000Z</dcterms:modified>
</coreProperties>
</file>