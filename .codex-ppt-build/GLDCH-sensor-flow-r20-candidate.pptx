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766210b8ab41e0" /><Relationship Type="http://schemas.openxmlformats.org/officeDocument/2006/relationships/extended-properties" Target="/docProps/app.xml" Id="R9b70047f8692448b" /><Relationship Type="http://schemas.openxmlformats.org/officeDocument/2006/relationships/officeDocument" Target="/ppt/presentation.xml" Id="R66c009a0337d425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87ae97238c44d33"/>
  </p:sldMasterIdLst>
  <p:notesMasterIdLst>
    <p:notesMasterId xmlns:r="http://schemas.openxmlformats.org/officeDocument/2006/relationships" r:id="R2701bbd8e2cb4d1f"/>
  </p:notesMasterIdLst>
  <p:sldIdLst>
    <p:sldId xmlns:r="http://schemas.openxmlformats.org/officeDocument/2006/relationships" id="256" r:id="Rf4515727dafc44f5"/>
    <p:sldId xmlns:r="http://schemas.openxmlformats.org/officeDocument/2006/relationships" id="257" r:id="R12918b4eaee54ac3"/>
    <p:sldId xmlns:r="http://schemas.openxmlformats.org/officeDocument/2006/relationships" id="258" r:id="R42a22274d57e413b"/>
    <p:sldId xmlns:r="http://schemas.openxmlformats.org/officeDocument/2006/relationships" id="259" r:id="Rec178b15f9ae4855"/>
    <p:sldId xmlns:r="http://schemas.openxmlformats.org/officeDocument/2006/relationships" id="260" r:id="Ref3c408d909f4f33"/>
    <p:sldId xmlns:r="http://schemas.openxmlformats.org/officeDocument/2006/relationships" id="261" r:id="Ra3e9e0ba14ed4a3a"/>
    <p:sldId xmlns:r="http://schemas.openxmlformats.org/officeDocument/2006/relationships" id="262" r:id="Rc8012e78c76644f0"/>
    <p:sldId xmlns:r="http://schemas.openxmlformats.org/officeDocument/2006/relationships" id="263" r:id="R4d95bdc45ac040b3"/>
    <p:sldId xmlns:r="http://schemas.openxmlformats.org/officeDocument/2006/relationships" id="264" r:id="R635327a05c4b4146"/>
    <p:sldId xmlns:r="http://schemas.openxmlformats.org/officeDocument/2006/relationships" id="265" r:id="Rc97c3cb050cb4ecb"/>
    <p:sldId xmlns:r="http://schemas.openxmlformats.org/officeDocument/2006/relationships" id="266" r:id="R0dc47fba142648fb"/>
    <p:sldId xmlns:r="http://schemas.openxmlformats.org/officeDocument/2006/relationships" id="267" r:id="R14af99caf3834fe0"/>
    <p:sldId xmlns:r="http://schemas.openxmlformats.org/officeDocument/2006/relationships" id="268" r:id="R6777d9c9e31f4d94"/>
    <p:sldId xmlns:r="http://schemas.openxmlformats.org/officeDocument/2006/relationships" id="269" r:id="Rca6bbd51c78e4bf9"/>
    <p:sldId xmlns:r="http://schemas.openxmlformats.org/officeDocument/2006/relationships" id="270" r:id="R6ac84716baf84d9c"/>
    <p:sldId xmlns:r="http://schemas.openxmlformats.org/officeDocument/2006/relationships" id="271" r:id="R9f4988473eac47f7"/>
    <p:sldId xmlns:r="http://schemas.openxmlformats.org/officeDocument/2006/relationships" id="272" r:id="R8a7bac8c71484e77"/>
    <p:sldId xmlns:r="http://schemas.openxmlformats.org/officeDocument/2006/relationships" id="273" r:id="R232bbbd0c5014ad6"/>
    <p:sldId xmlns:r="http://schemas.openxmlformats.org/officeDocument/2006/relationships" id="274" r:id="R1fe3eb82465e47e9"/>
    <p:sldId xmlns:r="http://schemas.openxmlformats.org/officeDocument/2006/relationships" id="275" r:id="Rf7a2f95d3b7d495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1a09429ad647fc" /><Relationship Type="http://schemas.openxmlformats.org/officeDocument/2006/relationships/slideMaster" Target="/ppt/slideMasters/slideMaster1.xml" Id="Re87ae97238c44d33" /><Relationship Type="http://schemas.openxmlformats.org/officeDocument/2006/relationships/notesMaster" Target="/ppt/notesMasters/notesMaster1.xml" Id="R2701bbd8e2cb4d1f" /><Relationship Type="http://schemas.openxmlformats.org/officeDocument/2006/relationships/presProps" Target="/ppt/presProps.xml" Id="Rae76f8429246438f" /><Relationship Type="http://schemas.openxmlformats.org/officeDocument/2006/relationships/viewProps" Target="/ppt/viewProps.xml" Id="Rced7b589a9cd4f00" /><Relationship Type="http://schemas.openxmlformats.org/officeDocument/2006/relationships/tableStyles" Target="/ppt/tableStyles.xml" Id="R7a1c27aa83f84c61" /><Relationship Type="http://schemas.openxmlformats.org/officeDocument/2006/relationships/slide" Target="/ppt/slides/slide1.xml" Id="Rf4515727dafc44f5" /><Relationship Type="http://schemas.openxmlformats.org/officeDocument/2006/relationships/slide" Target="/ppt/slides/slide2.xml" Id="R12918b4eaee54ac3" /><Relationship Type="http://schemas.openxmlformats.org/officeDocument/2006/relationships/slide" Target="/ppt/slides/slide3.xml" Id="R42a22274d57e413b" /><Relationship Type="http://schemas.openxmlformats.org/officeDocument/2006/relationships/slide" Target="/ppt/slides/slide4.xml" Id="Rec178b15f9ae4855" /><Relationship Type="http://schemas.openxmlformats.org/officeDocument/2006/relationships/slide" Target="/ppt/slides/slide5.xml" Id="Ref3c408d909f4f33" /><Relationship Type="http://schemas.openxmlformats.org/officeDocument/2006/relationships/slide" Target="/ppt/slides/slide6.xml" Id="Ra3e9e0ba14ed4a3a" /><Relationship Type="http://schemas.openxmlformats.org/officeDocument/2006/relationships/slide" Target="/ppt/slides/slide7.xml" Id="Rc8012e78c76644f0" /><Relationship Type="http://schemas.openxmlformats.org/officeDocument/2006/relationships/slide" Target="/ppt/slides/slide8.xml" Id="R4d95bdc45ac040b3" /><Relationship Type="http://schemas.openxmlformats.org/officeDocument/2006/relationships/slide" Target="/ppt/slides/slide9.xml" Id="R635327a05c4b4146" /><Relationship Type="http://schemas.openxmlformats.org/officeDocument/2006/relationships/slide" Target="/ppt/slides/slide10.xml" Id="Rc97c3cb050cb4ecb" /><Relationship Type="http://schemas.openxmlformats.org/officeDocument/2006/relationships/slide" Target="/ppt/slides/slide11.xml" Id="R0dc47fba142648fb" /><Relationship Type="http://schemas.openxmlformats.org/officeDocument/2006/relationships/slide" Target="/ppt/slides/slide12.xml" Id="R14af99caf3834fe0" /><Relationship Type="http://schemas.openxmlformats.org/officeDocument/2006/relationships/slide" Target="/ppt/slides/slide13.xml" Id="R6777d9c9e31f4d94" /><Relationship Type="http://schemas.openxmlformats.org/officeDocument/2006/relationships/slide" Target="/ppt/slides/slide14.xml" Id="Rca6bbd51c78e4bf9" /><Relationship Type="http://schemas.openxmlformats.org/officeDocument/2006/relationships/slide" Target="/ppt/slides/slide15.xml" Id="R6ac84716baf84d9c" /><Relationship Type="http://schemas.openxmlformats.org/officeDocument/2006/relationships/slide" Target="/ppt/slides/slide16.xml" Id="R9f4988473eac47f7" /><Relationship Type="http://schemas.openxmlformats.org/officeDocument/2006/relationships/slide" Target="/ppt/slides/slide17.xml" Id="R8a7bac8c71484e77" /><Relationship Type="http://schemas.openxmlformats.org/officeDocument/2006/relationships/slide" Target="/ppt/slides/slide18.xml" Id="R232bbbd0c5014ad6" /><Relationship Type="http://schemas.openxmlformats.org/officeDocument/2006/relationships/slide" Target="/ppt/slides/slide19.xml" Id="R1fe3eb82465e47e9" /><Relationship Type="http://schemas.openxmlformats.org/officeDocument/2006/relationships/slide" Target="/ppt/slides/slide20.xml" Id="Rf7a2f95d3b7d495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fc4abbbbb4474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46151e2e64985" /><Relationship Type="http://schemas.openxmlformats.org/officeDocument/2006/relationships/notesMaster" Target="/ppt/notesMasters/notesMaster1.xml" Id="R651db187d90a4d1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270963fe464007" /><Relationship Type="http://schemas.openxmlformats.org/officeDocument/2006/relationships/notesMaster" Target="/ppt/notesMasters/notesMaster1.xml" Id="Rc29bb2c2cff741e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7f6672479d948a2" /><Relationship Type="http://schemas.openxmlformats.org/officeDocument/2006/relationships/notesMaster" Target="/ppt/notesMasters/notesMaster1.xml" Id="R27c1544de28240c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6032e8fa7564809" /><Relationship Type="http://schemas.openxmlformats.org/officeDocument/2006/relationships/notesMaster" Target="/ppt/notesMasters/notesMaster1.xml" Id="Rb97d34ceb0c346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e0d42c19834597" /><Relationship Type="http://schemas.openxmlformats.org/officeDocument/2006/relationships/notesMaster" Target="/ppt/notesMasters/notesMaster1.xml" Id="Rbca93d271a2e4cd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c618307eb7e4798" /><Relationship Type="http://schemas.openxmlformats.org/officeDocument/2006/relationships/notesMaster" Target="/ppt/notesMasters/notesMaster1.xml" Id="R64b0093e01e941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15b8c47af024d16" /><Relationship Type="http://schemas.openxmlformats.org/officeDocument/2006/relationships/notesMaster" Target="/ppt/notesMasters/notesMaster1.xml" Id="R34e7069895b944c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5de31c2618b451b" /><Relationship Type="http://schemas.openxmlformats.org/officeDocument/2006/relationships/notesMaster" Target="/ppt/notesMasters/notesMaster1.xml" Id="R0418a47b533444d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7b20eb0853046e0" /><Relationship Type="http://schemas.openxmlformats.org/officeDocument/2006/relationships/notesMaster" Target="/ppt/notesMasters/notesMaster1.xml" Id="R39b9f5299ec44ef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6d70db260e445e" /><Relationship Type="http://schemas.openxmlformats.org/officeDocument/2006/relationships/notesMaster" Target="/ppt/notesMasters/notesMaster1.xml" Id="R8bbb15033a8646c9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99ec1c1c3304b68" /><Relationship Type="http://schemas.openxmlformats.org/officeDocument/2006/relationships/notesMaster" Target="/ppt/notesMasters/notesMaster1.xml" Id="R8df8bc6f0df5434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f4baa1d69cd4ae1" /><Relationship Type="http://schemas.openxmlformats.org/officeDocument/2006/relationships/notesMaster" Target="/ppt/notesMasters/notesMaster1.xml" Id="R7a51cb14c334494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4af75c2ba8f44f6" /><Relationship Type="http://schemas.openxmlformats.org/officeDocument/2006/relationships/notesMaster" Target="/ppt/notesMasters/notesMaster1.xml" Id="R91f7059d57824f4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d3cbfb3de1b40c5" /><Relationship Type="http://schemas.openxmlformats.org/officeDocument/2006/relationships/notesMaster" Target="/ppt/notesMasters/notesMaster1.xml" Id="Raac0426ce70946e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1e5a91b36f34b46" /><Relationship Type="http://schemas.openxmlformats.org/officeDocument/2006/relationships/notesMaster" Target="/ppt/notesMasters/notesMaster1.xml" Id="Rb638627dd71841d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c9dd34c3a6c466a" /><Relationship Type="http://schemas.openxmlformats.org/officeDocument/2006/relationships/notesMaster" Target="/ppt/notesMasters/notesMaster1.xml" Id="Rf09dd5292f64444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40d0b7542614239" /><Relationship Type="http://schemas.openxmlformats.org/officeDocument/2006/relationships/notesMaster" Target="/ppt/notesMasters/notesMaster1.xml" Id="Rf158b73235824fe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af7f1ba52d4853" /><Relationship Type="http://schemas.openxmlformats.org/officeDocument/2006/relationships/notesMaster" Target="/ppt/notesMasters/notesMaster1.xml" Id="Rc2de438d853443a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3c8498d4314a4099" /><Relationship Type="http://schemas.openxmlformats.org/officeDocument/2006/relationships/notesMaster" Target="/ppt/notesMasters/notesMaster1.xml" Id="Rf73bf905c438419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83bb331892bb47a4" /><Relationship Type="http://schemas.openxmlformats.org/officeDocument/2006/relationships/notesMaster" Target="/ppt/notesMasters/notesMaster1.xml" Id="R033b8404b36245d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11382ac6849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cb022e189b47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fdc837ceaf407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b8e4fbd4f4f4c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8c897068924d8f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0f156b6e054048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881e151c34464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3a78cf300414801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366f5b785e4404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23443fda44983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e3e529e1b64ee9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A5770DE-D7B8-6AC6-27A9-E90AE4D4A5E7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399E318C-98DE-239D-0ED3-DFA528F8B07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0D69A4F-4C87-3383-7DAF-3B67D4596F5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3E14844-69D7-68C2-DDA9-9C8AA187CA7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C54F0CC-47AB-6C28-8E5E-9C3F8B654C8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01A5405-2043-67A6-F275-650556C467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8FEF342-D8F0-E137-A37F-8ED041F3A75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31CB9FE-39F2-C98A-E1E7-D1A291BF6A4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74834A0-A5A1-D764-9CD2-297E2F389D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317D40D-A336-7C74-6566-EC7CD4F8D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F1DBFB-ED13-0757-9E35-6A7FE22F4B6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D2BC7510-D8DE-3829-6C3F-7002E27610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E8DFF44-0F3F-72C1-0115-0E3E8EB6F3A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BFE42E7-DA5D-A2FF-80A8-9DAD39D8064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37A6C5-D0BC-A300-A01A-FADB1B7C37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391804-E379-0F8D-3184-CF668E05C19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0253ADF-276E-5F7D-1E23-FA3ED417B4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C8DA79-7310-6F0B-638F-D278084F941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27CA5FF-84CD-6901-160A-207265CB35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02AFE447-F564-84FF-0568-9A139C90A34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1F56806-13F1-9963-5152-D07C3687026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E2068FD-998E-6CD2-403D-30FC36C5DE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902DE55-05BC-5C52-7E5F-DB889F5133D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BE5145A8-AD96-520C-B55E-D087C0D30D39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0DB2F5-1D26-BD61-8287-3D9A0E9C192A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A6D990A9-4F6A-4D6F-2738-5ED9C418DBE8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92A504D1-D0DB-D4C5-8DEC-F06492B835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EF7C76A-28B4-C567-D017-05757F86B2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61FBF36E-5B24-D41F-7EC7-B6DBCB52C6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3572B5D-22ED-1725-BCEC-411596254CB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10D40DC1-B8C0-DA75-CD44-4685242F33C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2D28A6E-5B20-0AC7-A17D-92FD31FAA7E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CB141F6D-CC52-2BBD-84FA-30861737791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74D7803-B9C0-49FA-16BF-61DF2946D61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0CF81A3A-9351-BC20-F13E-7EBCB8B08A2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9237F58D-6BEC-EA2F-3757-005AC22F284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2D12C9F-AF3A-2F28-E32D-6D00FACB5B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1C790251-712A-55D8-BDEF-712F4951A78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85052317-62A4-8CD4-CB42-8DF6031D12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86A8E56-4291-4964-F5ED-BB58F514757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9BCB4B4-16C5-AC60-B9FD-2F67C1444DC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5B329344-D265-EF06-AF8D-A34A738D36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C5721FF-EEAC-5B2D-9868-67ED6DE2E0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00835429-81A3-D47F-328A-C34AB786ACE0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12A26BA7-2103-A4CB-CD65-8F831A80223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CE1ABE4-61D5-0C44-2087-35BCCEFAC2D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CFC8396F-888E-1B7F-01EE-C66DDEE74F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35306669-5D3E-30F4-F081-DD48976A24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54E69E-A52E-FF2A-1E0F-4050BA18D8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1651C0BA-3F8F-14B1-56CB-78EB2BD3BFA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597A66-CF77-3C5D-21D4-3FF10F6F5AA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A32B246-5B35-CBB7-595B-5931935A358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8835D5AF-83D9-702C-9833-8DAEE9110D6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BE4465AA-32DC-5F6D-2627-CB853B6757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669CD34-96A1-6ECF-6068-6A9C218D031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AD6C65B-9E4D-59AF-2C5C-89463B3CAF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81F77B0-320A-B19B-4277-35469F1641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34C5E85-57E6-2E18-0995-0D0723E97B0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da641cc5f0744db" /><Relationship Type="http://schemas.openxmlformats.org/officeDocument/2006/relationships/slideLayout" Target="/ppt/slideLayouts/slideLayout1.xml" Id="Ra90b7d5bb5dc4112" /><Relationship Type="http://schemas.openxmlformats.org/officeDocument/2006/relationships/slideLayout" Target="/ppt/slideLayouts/slideLayout2.xml" Id="Ra58520a3d1df4c06" /><Relationship Type="http://schemas.openxmlformats.org/officeDocument/2006/relationships/slideLayout" Target="/ppt/slideLayouts/slideLayout3.xml" Id="R2aa97e6c82084c28" /><Relationship Type="http://schemas.openxmlformats.org/officeDocument/2006/relationships/slideLayout" Target="/ppt/slideLayouts/slideLayout4.xml" Id="R4e2dddad4fc649d6" /><Relationship Type="http://schemas.openxmlformats.org/officeDocument/2006/relationships/slideLayout" Target="/ppt/slideLayouts/slideLayout5.xml" Id="R7f0d931d749842ee" /><Relationship Type="http://schemas.openxmlformats.org/officeDocument/2006/relationships/slideLayout" Target="/ppt/slideLayouts/slideLayout6.xml" Id="R6be1f9fc480441d3" /><Relationship Type="http://schemas.openxmlformats.org/officeDocument/2006/relationships/slideLayout" Target="/ppt/slideLayouts/slideLayout7.xml" Id="R21fd1dcf0f144864" /><Relationship Type="http://schemas.openxmlformats.org/officeDocument/2006/relationships/slideLayout" Target="/ppt/slideLayouts/slideLayout8.xml" Id="R3d102c2a1b604c02" /><Relationship Type="http://schemas.openxmlformats.org/officeDocument/2006/relationships/slideLayout" Target="/ppt/slideLayouts/slideLayout9.xml" Id="Rfbf8108bfcc34d95" /><Relationship Type="http://schemas.openxmlformats.org/officeDocument/2006/relationships/slideLayout" Target="/ppt/slideLayouts/slideLayout10.xml" Id="R64bd66b272454a8d" /><Relationship Type="http://schemas.openxmlformats.org/officeDocument/2006/relationships/slideLayout" Target="/ppt/slideLayouts/slideLayout11.xml" Id="Racc6aab375774fd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764EB340-A8A5-E4AC-0033-61A7A20368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CAB4A00-EF67-5329-311B-0DFF290EFCF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7DC1F5C3-A744-26F9-39D8-89BAA4BC0BE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DCE7317C-476D-48F6-AF73-2BF97110C51A}" type="datetimeFigureOut">
              <a:t>02/10/2026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999019D-BD56-64CD-C655-E162D1DEC8FC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5BDE40B-E82A-7E15-F88A-1722A93704D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 xmlns:a="http://schemas.openxmlformats.org/drawingml/2006/main">
            <a:fld id="{CE82352A-A43C-45FC-861C-1080A783AEB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90b7d5bb5dc4112"/>
    <p:sldLayoutId xmlns:r="http://schemas.openxmlformats.org/officeDocument/2006/relationships" id="2147483650" r:id="Ra58520a3d1df4c06"/>
    <p:sldLayoutId xmlns:r="http://schemas.openxmlformats.org/officeDocument/2006/relationships" id="2147483651" r:id="R2aa97e6c82084c28"/>
    <p:sldLayoutId xmlns:r="http://schemas.openxmlformats.org/officeDocument/2006/relationships" id="2147483652" r:id="R4e2dddad4fc649d6"/>
    <p:sldLayoutId xmlns:r="http://schemas.openxmlformats.org/officeDocument/2006/relationships" id="2147483653" r:id="R7f0d931d749842ee"/>
    <p:sldLayoutId xmlns:r="http://schemas.openxmlformats.org/officeDocument/2006/relationships" id="2147483654" r:id="R6be1f9fc480441d3"/>
    <p:sldLayoutId xmlns:r="http://schemas.openxmlformats.org/officeDocument/2006/relationships" id="2147483655" r:id="R21fd1dcf0f144864"/>
    <p:sldLayoutId xmlns:r="http://schemas.openxmlformats.org/officeDocument/2006/relationships" id="2147483656" r:id="R3d102c2a1b604c02"/>
    <p:sldLayoutId xmlns:r="http://schemas.openxmlformats.org/officeDocument/2006/relationships" id="2147483657" r:id="Rfbf8108bfcc34d95"/>
    <p:sldLayoutId xmlns:r="http://schemas.openxmlformats.org/officeDocument/2006/relationships" id="2147483658" r:id="R64bd66b272454a8d"/>
    <p:sldLayoutId xmlns:r="http://schemas.openxmlformats.org/officeDocument/2006/relationships" id="2147483659" r:id="Racc6aab375774fd4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3e81abb12b44857" /><Relationship Type="http://schemas.openxmlformats.org/officeDocument/2006/relationships/notesSlide" Target="/ppt/notesSlides/notesSlide1.xml" Id="R85552fd6f2a1456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cfcd934da4440" /><Relationship Type="http://schemas.openxmlformats.org/officeDocument/2006/relationships/image" Target="/ppt/media/image.png" Id="R15f31cf130ca417f" /><Relationship Type="http://schemas.openxmlformats.org/officeDocument/2006/relationships/image" Target="/ppt/media/image2.png" Id="R16156c61fcb94e00" /><Relationship Type="http://schemas.openxmlformats.org/officeDocument/2006/relationships/notesSlide" Target="/ppt/notesSlides/notesSlide2.xml" Id="R6d235c0720c6417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f68aa12b027942a6" /><Relationship Type="http://schemas.openxmlformats.org/officeDocument/2006/relationships/notesSlide" Target="/ppt/notesSlides/notesSlide3.xml" Id="R57853e37e2644e2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3fcefb97aad04c0c" /><Relationship Type="http://schemas.openxmlformats.org/officeDocument/2006/relationships/notesSlide" Target="/ppt/notesSlides/notesSlide4.xml" Id="R4e3b82849112408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ecf58a27ef645f6" /><Relationship Type="http://schemas.openxmlformats.org/officeDocument/2006/relationships/image" Target="/ppt/media/image3.png" Id="R70f064591a5f4e32" /><Relationship Type="http://schemas.openxmlformats.org/officeDocument/2006/relationships/image" Target="/ppt/media/image4.png" Id="Rc3663482272f4000" /><Relationship Type="http://schemas.openxmlformats.org/officeDocument/2006/relationships/notesSlide" Target="/ppt/notesSlides/notesSlide5.xml" Id="R0cced5d40ad443b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374b1991028451f" /><Relationship Type="http://schemas.openxmlformats.org/officeDocument/2006/relationships/image" Target="/ppt/media/image5.png" Id="R2728d47863a54d31" /><Relationship Type="http://schemas.openxmlformats.org/officeDocument/2006/relationships/image" Target="/ppt/media/image6.png" Id="Re9d423f55d40489e" /><Relationship Type="http://schemas.openxmlformats.org/officeDocument/2006/relationships/notesSlide" Target="/ppt/notesSlides/notesSlide6.xml" Id="Rec97d90901ce49b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eb7e94a0d324d22" /><Relationship Type="http://schemas.openxmlformats.org/officeDocument/2006/relationships/notesSlide" Target="/ppt/notesSlides/notesSlide7.xml" Id="Rfaf1037b93db4ed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6599f6e1a07c4488" /><Relationship Type="http://schemas.openxmlformats.org/officeDocument/2006/relationships/image" Target="/ppt/media/image7.png" Id="R822f87f3057f47ed" /><Relationship Type="http://schemas.openxmlformats.org/officeDocument/2006/relationships/image" Target="/ppt/media/image8.png" Id="Re5997f5e0e7442b1" /><Relationship Type="http://schemas.openxmlformats.org/officeDocument/2006/relationships/notesSlide" Target="/ppt/notesSlides/notesSlide8.xml" Id="R5922416b00d8408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482334e116b428a" /><Relationship Type="http://schemas.openxmlformats.org/officeDocument/2006/relationships/notesSlide" Target="/ppt/notesSlides/notesSlide9.xml" Id="R9a9c5342efb147c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7e71dc2995c410a" /><Relationship Type="http://schemas.openxmlformats.org/officeDocument/2006/relationships/image" Target="/ppt/media/image9.png" Id="R1ff16f733ada4ae5" /><Relationship Type="http://schemas.openxmlformats.org/officeDocument/2006/relationships/image" Target="/ppt/media/image10.png" Id="R033ad581e4164b84" /><Relationship Type="http://schemas.openxmlformats.org/officeDocument/2006/relationships/image" Target="/ppt/media/image11.png" Id="R4d53d8fbc2894f61" /><Relationship Type="http://schemas.openxmlformats.org/officeDocument/2006/relationships/image" Target="/ppt/media/image12.png" Id="Rf8a4f8a257f748ca" /><Relationship Type="http://schemas.openxmlformats.org/officeDocument/2006/relationships/notesSlide" Target="/ppt/notesSlides/notesSlide10.xml" Id="Rf70e86c6655c45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f79c2c148f4905" /><Relationship Type="http://schemas.openxmlformats.org/officeDocument/2006/relationships/notesSlide" Target="/ppt/notesSlides/notesSlide11.xml" Id="Rd029218f031c48f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e6cb821948418b" /><Relationship Type="http://schemas.openxmlformats.org/officeDocument/2006/relationships/image" Target="/ppt/media/image13.png" Id="R34f34ce5049547fa" /><Relationship Type="http://schemas.openxmlformats.org/officeDocument/2006/relationships/image" Target="/ppt/media/image14.png" Id="Refc1867994824519" /><Relationship Type="http://schemas.openxmlformats.org/officeDocument/2006/relationships/image" Target="/ppt/media/image15.png" Id="R770c2d89be1e40d4" /><Relationship Type="http://schemas.openxmlformats.org/officeDocument/2006/relationships/image" Target="/ppt/media/image16.png" Id="R8d82e49143204bf4" /><Relationship Type="http://schemas.openxmlformats.org/officeDocument/2006/relationships/image" Target="/ppt/media/image17.png" Id="R7c1964f35b3f4a14" /><Relationship Type="http://schemas.openxmlformats.org/officeDocument/2006/relationships/image" Target="/ppt/media/image18.png" Id="Rfe643dc267014c15" /><Relationship Type="http://schemas.openxmlformats.org/officeDocument/2006/relationships/notesSlide" Target="/ppt/notesSlides/notesSlide12.xml" Id="R86a632a972404f7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7f6766fa1f04c7f" /><Relationship Type="http://schemas.openxmlformats.org/officeDocument/2006/relationships/notesSlide" Target="/ppt/notesSlides/notesSlide13.xml" Id="Rf68ac116d077429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b3c7d0fd294f9a" /><Relationship Type="http://schemas.openxmlformats.org/officeDocument/2006/relationships/notesSlide" Target="/ppt/notesSlides/notesSlide14.xml" Id="Rf87f4ded19114fa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4e1f3f963e6f4054" /><Relationship Type="http://schemas.openxmlformats.org/officeDocument/2006/relationships/image" Target="/ppt/media/image19.png" Id="R79224270516c4ce9" /><Relationship Type="http://schemas.openxmlformats.org/officeDocument/2006/relationships/image" Target="/ppt/media/image20.png" Id="R15c9901f42cb4d36" /><Relationship Type="http://schemas.openxmlformats.org/officeDocument/2006/relationships/notesSlide" Target="/ppt/notesSlides/notesSlide15.xml" Id="Rfc4bb139cb86401b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9abba532ef4f0b" /><Relationship Type="http://schemas.openxmlformats.org/officeDocument/2006/relationships/notesSlide" Target="/ppt/notesSlides/notesSlide16.xml" Id="R901f0714850f493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360d1d1a0bd0433e" /><Relationship Type="http://schemas.openxmlformats.org/officeDocument/2006/relationships/image" Target="/ppt/media/image21.png" Id="R0ed2c9dd4a5a4556" /><Relationship Type="http://schemas.openxmlformats.org/officeDocument/2006/relationships/image" Target="/ppt/media/image22.png" Id="R6c44888f873d49e9" /><Relationship Type="http://schemas.openxmlformats.org/officeDocument/2006/relationships/notesSlide" Target="/ppt/notesSlides/notesSlide17.xml" Id="Rcc9231a22f5c472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9555c6daef346ed" /><Relationship Type="http://schemas.openxmlformats.org/officeDocument/2006/relationships/notesSlide" Target="/ppt/notesSlides/notesSlide18.xml" Id="R7e2fa682599b4eee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21e4670b21e4d79" /><Relationship Type="http://schemas.openxmlformats.org/officeDocument/2006/relationships/image" Target="/ppt/media/image23.png" Id="Rb10ea7be558143b2" /><Relationship Type="http://schemas.openxmlformats.org/officeDocument/2006/relationships/image" Target="/ppt/media/image24.png" Id="Rf4e15a45161c419d" /><Relationship Type="http://schemas.openxmlformats.org/officeDocument/2006/relationships/notesSlide" Target="/ppt/notesSlides/notesSlide19.xml" Id="R0c528fdfb03949ce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0c1375537054247" /><Relationship Type="http://schemas.openxmlformats.org/officeDocument/2006/relationships/notesSlide" Target="/ppt/notesSlides/notesSlide20.xml" Id="Recb2f67770cb4c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9DF2C75-CD5E-3026-3669-3EE3BD7E8B7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51D823A-5A52-7386-FAED-FFBB5692F1E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276475484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f31cf130ca41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442609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56c61fcb94e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7606" y="0"/>
            <a:ext cx="5914393" cy="5442609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962A1A-AD75-A2D0-6254-9E6B3710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3059427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87DA7C-9FDC-40A4-BEFF-955334EC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87993-2A0B-4199-98C3-632EEC355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34E51F-4643-4F4E-B026-C61F92F19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9ECA0F-B013-486F-B756-5E73FE19F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Kondisi awal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3CFD49-D30F-4029-AC61-10FC63286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Sensor, jalur analog, dan kontrol berada pada satu motherboard. PCF8574 dan SHT40 belum digunakan.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E098F4-A0BE-40C6-A575-670DFAB99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Perubahan di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23E754-7198-4957-BC91-8B8B5A1B4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V2 memisahkan sensor module, menggunakan OPA320, serta menambah PCF8574, SHT40, dan kontrol daya.</a:t>
            </a:r>
          </a:p>
        </p:txBody>
      </p:sp>
    </p:spTree>
    <p:extLst>
      <p:ext uri="{BB962C8B-B14F-4D97-AF65-F5344CB8AC3E}">
        <p14:creationId xmlns:p14="http://schemas.microsoft.com/office/powerpoint/2010/main" val="15976475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1F89975-B516-863C-58D2-9143F4D8F3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GLD Low Power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A4A0FD33-23AE-0D86-973E-A98B762E8CE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1783009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f064591a5f4e3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5912429" cy="5615796"/>
          </a:xfrm>
          <a:prstGeom xmlns:a="http://schemas.openxmlformats.org/drawingml/2006/main" prst="rect">
            <a:avLst/>
          </a:prstGeom>
        </p:spPr>
      </p:pic>
      <p:pic>
        <p:nvPicPr>
          <p:cNvPr id="12" name="Picture 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663482272f4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53133" y="0"/>
            <a:ext cx="5538867" cy="5615796"/>
          </a:xfrm>
          <a:prstGeom xmlns:a="http://schemas.openxmlformats.org/drawingml/2006/main" prst="rect">
            <a:avLst/>
          </a:prstGeom>
        </p:spPr>
      </p:pic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0B76A92-7D82-8F4D-9033-738523904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9366" y="6150634"/>
            <a:ext cx="2071401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Sensor MQ Module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611229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28d47863a54d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101837" cy="4942936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d423f55d4048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94012" y="0"/>
            <a:ext cx="5297988" cy="501194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EE277E7-003F-00A9-6646-268A83A8B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V2</a:t>
            </a:r>
          </a:p>
        </p:txBody>
      </p:sp>
    </p:spTree>
    <p:extLst>
      <p:ext uri="{BB962C8B-B14F-4D97-AF65-F5344CB8AC3E}">
        <p14:creationId xmlns:p14="http://schemas.microsoft.com/office/powerpoint/2010/main" val="11086306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E002E2-70A5-40E6-9552-8C5AD5CB1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499E40-44FC-4174-82D3-66741896F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5919F2-E56F-49F2-B323-FFF434EA5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412390-F286-4AC5-9019-1C5BE704D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9388A4-90CB-4E1F-816B-0D01CA96F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V1 memakai INA333, OPA333, LM321, dan ULN2003 pada motherboard.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A7DE27-80D4-4BF7-94C5-859055207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Konfigurasi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21F5FDD-8F38-44D2-BF9E-6197C049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V2 memakai delapan sensor module eksternal. +5VA dan TPL5010 tetap tersedia.</a:t>
            </a:r>
          </a:p>
        </p:txBody>
      </p:sp>
    </p:spTree>
    <p:extLst>
      <p:ext uri="{BB962C8B-B14F-4D97-AF65-F5344CB8AC3E}">
        <p14:creationId xmlns:p14="http://schemas.microsoft.com/office/powerpoint/2010/main" val="1267322820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2f87f3057f47e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6096000" cy="5314107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997f5e0e7442b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574809" y="0"/>
            <a:ext cx="5617192" cy="5314106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84801CB-19CB-563E-C535-2E2185C9C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V3</a:t>
            </a:r>
          </a:p>
        </p:txBody>
      </p:sp>
    </p:spTree>
    <p:extLst>
      <p:ext uri="{BB962C8B-B14F-4D97-AF65-F5344CB8AC3E}">
        <p14:creationId xmlns:p14="http://schemas.microsoft.com/office/powerpoint/2010/main" val="3980533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24DA6-DD51-4CB7-97BC-1BD4FA7AA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76E332-BB0D-40ED-86C7-6A1093E3D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B5E3500-E11C-4544-BF30-021BF9BF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EDEDDB-4A94-4418-B3A5-CDF345EE4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FD68B9B-7908-47FD-9A1D-6062C13A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PCB tidak menunjukkan penggantian IC atau acquisition baru dibanding V2.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565E850-73FA-456A-9BA7-7CAABB57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Konfigurasi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C5A344-258A-41FA-BA2B-037D7281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V3 mempertahankan OPA320, ADS1256, PCF8574, SHT40, TCA/MCP, +5VA, dan TPL5010.</a:t>
            </a:r>
          </a:p>
        </p:txBody>
      </p:sp>
    </p:spTree>
    <p:extLst>
      <p:ext uri="{BB962C8B-B14F-4D97-AF65-F5344CB8AC3E}">
        <p14:creationId xmlns:p14="http://schemas.microsoft.com/office/powerpoint/2010/main" val="14970935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1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16f733ada4ae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100031" cy="3519577"/>
          </a:xfrm>
          <a:prstGeom xmlns:a="http://schemas.openxmlformats.org/drawingml/2006/main" prst="rect">
            <a:avLst/>
          </a:prstGeom>
        </p:spPr>
      </p:pic>
      <p:pic>
        <p:nvPicPr>
          <p:cNvPr id="1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3ad581e4164b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100031" y="0"/>
            <a:ext cx="3664217" cy="3519577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E39D4CE2-C7EF-B863-2B57-4F7C96A0E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0853" y="6012611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V4</a:t>
            </a:r>
          </a:p>
        </p:txBody>
      </p:sp>
      <p:pic>
        <p:nvPicPr>
          <p:cNvPr id="14" name="Picture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53d8fbc2894f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27782" y="0"/>
            <a:ext cx="3664218" cy="3597368"/>
          </a:xfrm>
          <a:prstGeom xmlns:a="http://schemas.openxmlformats.org/drawingml/2006/main" prst="rect">
            <a:avLst/>
          </a:prstGeom>
        </p:spPr>
      </p:pic>
      <p:pic>
        <p:nvPicPr>
          <p:cNvPr id="15" name="Picture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a4f8a257f748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1963" y="3573932"/>
            <a:ext cx="3490037" cy="328406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860800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171745-72A6-4A93-A488-378CF8BF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9C2A21-4322-4C8B-9BE3-7C8DA5FF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457BEB-4A4B-4062-9D97-5CC68A94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EE45C0-32A3-48EF-AD79-BED38DBEF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07E4B0-2E02-485B-BCD5-8001E91EC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Source PCB tidak menunjukkan pembaruan acquisition dibanding V3.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7008B4-7F61-4D32-8108-DF61114B3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Konfigurasi V4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B71F54-D6E7-4C96-B890-3D08E3797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V4 mempertahankan sensor module eksternal, OPA320, ADS1256, PCF8574, SHT40, +5VA, dan TPL5010.</a:t>
            </a:r>
          </a:p>
        </p:txBody>
      </p:sp>
    </p:spTree>
    <p:extLst>
      <p:ext uri="{BB962C8B-B14F-4D97-AF65-F5344CB8AC3E}">
        <p14:creationId xmlns:p14="http://schemas.microsoft.com/office/powerpoint/2010/main" val="136271219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6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f34ce5049547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1"/>
            <a:ext cx="3804248" cy="3523458"/>
          </a:xfrm>
          <a:prstGeom xmlns:a="http://schemas.openxmlformats.org/drawingml/2006/main" prst="rect">
            <a:avLst/>
          </a:prstGeom>
        </p:spPr>
      </p:pic>
      <p:pic>
        <p:nvPicPr>
          <p:cNvPr id="27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c186799482451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04250" y="1"/>
            <a:ext cx="3881460" cy="3493314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6D7FA1F-8F6B-3C76-13EF-A9912F2FE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7260" y="2472079"/>
            <a:ext cx="44275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V5</a:t>
            </a:r>
          </a:p>
        </p:txBody>
      </p:sp>
      <p:pic>
        <p:nvPicPr>
          <p:cNvPr id="29" name="Picture 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c2d89be1e40d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3493314"/>
            <a:ext cx="3579962" cy="3364686"/>
          </a:xfrm>
          <a:prstGeom xmlns:a="http://schemas.openxmlformats.org/drawingml/2006/main" prst="rect">
            <a:avLst/>
          </a:prstGeom>
        </p:spPr>
      </p:pic>
      <p:pic>
        <p:nvPicPr>
          <p:cNvPr id="3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2e49143204bf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79963" y="3493314"/>
            <a:ext cx="3770070" cy="3364686"/>
          </a:xfrm>
          <a:prstGeom xmlns:a="http://schemas.openxmlformats.org/drawingml/2006/main" prst="rect">
            <a:avLst/>
          </a:prstGeom>
        </p:spPr>
      </p:pic>
      <p:pic>
        <p:nvPicPr>
          <p:cNvPr id="31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c1964f35b3f4a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31560" y="-30143"/>
            <a:ext cx="3756715" cy="3429001"/>
          </a:xfrm>
          <a:prstGeom xmlns:a="http://schemas.openxmlformats.org/drawingml/2006/main" prst="rect">
            <a:avLst/>
          </a:prstGeom>
        </p:spPr>
      </p:pic>
      <p:pic>
        <p:nvPicPr>
          <p:cNvPr id="32" name="Picture 1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43dc267014c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64711" y="3390232"/>
            <a:ext cx="3723564" cy="3510320"/>
          </a:xfrm>
          <a:prstGeom xmlns:a="http://schemas.openxmlformats.org/drawingml/2006/main" prst="rect">
            <a:avLst/>
          </a:prstGeom>
        </p:spPr>
      </p:pic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FE291E3-6C29-7C6D-5328-2C534832A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685710" cy="34933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7168292C-1875-2485-848F-7049A1461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3481427"/>
            <a:ext cx="7346619" cy="337657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E1755962-E175-8C59-34AF-B7FA967CE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8126" y="-30146"/>
            <a:ext cx="3662482" cy="68881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9408720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0F7366-15B4-4383-94BA-ABB66BEE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D3CADB-2FA5-475A-88BD-BA7EC418F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GLD V5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0A58BA-5BF1-429D-A053-ADE02D4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A51099-7979-4C88-80A1-72FCFC97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Cakupan adapter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1A9A0-2D46-4197-88A3-A92D00745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Board adapter tidak memuat ADS1256, TCA, PCF8574, SHT40, OPA, MCP4725, atau +5VA.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E07A9E-6124-4B68-8F2A-CAA5BD4B3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Fungsi adapter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6B57D3-F412-405D-B6CB-C1974E057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V5 memusatkan interface E22, USB-UART, RS-485, dan OLED. TPS2116, TPS22964, TPS3839, TPS61175, serta TPL5010 tetap ada.</a:t>
            </a:r>
          </a:p>
        </p:txBody>
      </p:sp>
    </p:spTree>
    <p:extLst>
      <p:ext uri="{BB962C8B-B14F-4D97-AF65-F5344CB8AC3E}">
        <p14:creationId xmlns:p14="http://schemas.microsoft.com/office/powerpoint/2010/main" val="152757469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E6A1CF2-EECA-631B-935A-4711EDF6864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4C37D54F-FA0B-8219-D116-8F70A923FB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3449140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224270516c4c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66698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c9901f42cb4d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66698" y="0"/>
            <a:ext cx="1662075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3085AFDA-A827-58E7-2B17-4430ECD06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8949" y="3347049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V1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67844937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1AC6D9-63C9-4450-A747-FD575CDE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AF0F50-DBD8-42A6-93FA-4A8D0DDD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942577-8A96-46D9-9DBD-1804FE4B9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9870C3-DAB6-4195-8B09-CB8C9C54F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Kondisi awal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5D3DF4-DBAA-4135-9FA9-9A5A984A9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V1 tidak memiliki WDT. Detail IC belum dapat dipastikan tanpa PCB JSON atau BOM yang cocok.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B5B9C3E-622D-4EC7-87B9-F752A0C87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Perubahan di V2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F5E506-68AC-4D32-B72D-FDC63B6FC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V2 menambahkan WDT dan tetap menerima atau meneruskan data radio dari GLD.</a:t>
            </a:r>
          </a:p>
        </p:txBody>
      </p:sp>
    </p:spTree>
    <p:extLst>
      <p:ext uri="{BB962C8B-B14F-4D97-AF65-F5344CB8AC3E}">
        <p14:creationId xmlns:p14="http://schemas.microsoft.com/office/powerpoint/2010/main" val="69976992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d2c9dd4a5a45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" y="0"/>
            <a:ext cx="6096000" cy="5903651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4888f873d49e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83891" y="0"/>
            <a:ext cx="6308108" cy="5903651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875C5D6F-7AEB-FF0E-A675-FBF39970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7369" y="6167887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V2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8198178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51541D-9C4F-4660-A585-D8DBAFE73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A354A6-2516-4BBB-8EF9-BDB92C8DC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5C97D8-36D8-44FD-9C38-6DFB9F827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2EB1F5-3051-40A4-A9A8-3F3A0BF6F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594896-4D26-474E-A786-C3D320915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V2 menggunakan PCB bundar/kompak dan menambahkan WDT.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AA9640-AEA9-452C-97B6-1CF65349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Batas bukti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82A85-8F2C-4140-8CED-9732D7AD9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Nomor IC serta perubahan selain WDT memerlukan PCB JSON atau BOM yang sesuai.</a:t>
            </a:r>
          </a:p>
        </p:txBody>
      </p:sp>
    </p:spTree>
    <p:extLst>
      <p:ext uri="{BB962C8B-B14F-4D97-AF65-F5344CB8AC3E}">
        <p14:creationId xmlns:p14="http://schemas.microsoft.com/office/powerpoint/2010/main" val="2001150987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Picture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0ea7be558143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706947" cy="6858000"/>
          </a:xfrm>
          <a:prstGeom xmlns:a="http://schemas.openxmlformats.org/drawingml/2006/main" prst="rect">
            <a:avLst/>
          </a:prstGeom>
        </p:spPr>
      </p:pic>
      <p:pic>
        <p:nvPicPr>
          <p:cNvPr id="1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15a45161c419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706947" y="0"/>
            <a:ext cx="1509076" cy="6858000"/>
          </a:xfrm>
          <a:prstGeom xmlns:a="http://schemas.openxmlformats.org/drawingml/2006/main" prst="rect">
            <a:avLst/>
          </a:prstGeom>
        </p:spPr>
      </p:pic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BD7AD532-AC21-DEF7-0FBC-8E37D3CAA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4913" y="3244334"/>
            <a:ext cx="813043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t>CH V3</a:t>
            </a:r>
          </a:p>
        </p:txBody>
      </p:sp>
    </p:spTree>
    <p:extLst>
      <p:ext uri="{BB962C8B-B14F-4D97-AF65-F5344CB8AC3E}">
        <p14:creationId xmlns:p14="http://schemas.microsoft.com/office/powerpoint/2010/main" val="76002928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5F816F-0178-4608-B7B6-DAA93111F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B00968-99E3-4EFD-99C0-E26DF0F20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143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6324A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6324A"/>
                </a:solidFill>
                <a:latin typeface="Aptos"/>
                <a:ea typeface="Aptos"/>
                <a:cs typeface="Aptos"/>
              </a:rPr>
              <a:t>CH V3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E36589-B35B-41B9-BF94-1EB237D6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10477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C8D8"/>
          </a:solidFill>
          <a:ln xmlns:a="http://schemas.openxmlformats.org/drawingml/2006/main" w="0">
            <a:solidFill>
              <a:srgbClr val="B7C8D8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54EAF-AD10-4B16-84A4-F9ACC3733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28875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B8651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B86518"/>
                </a:solidFill>
                <a:latin typeface="Aptos"/>
                <a:ea typeface="Aptos"/>
                <a:cs typeface="Aptos"/>
              </a:rPr>
              <a:t>Perubahan dari V2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728E23-9A41-4F0D-B2D8-397B2EF3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57500"/>
            <a:ext cx="1000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Penggantian IC dari CH V2 ke V3 belum dapat dibuktikan oleh source PCB atau BOM.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380472-C379-42A0-9400-101188A33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910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848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Konfigurasi V3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BDBD4B-61D0-4C10-A7BB-7449AAF3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9625"/>
            <a:ext cx="10001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35526A"/>
                </a:solidFill>
                <a:latin typeface="Aptos"/>
                <a:ea typeface="Aptos"/>
                <a:cs typeface="Aptos"/>
              </a:defRPr>
            </a:pPr>
            <a:r>
              <a:rPr sz="1725">
                <a:solidFill>
                  <a:srgbClr val="35526A"/>
                </a:solidFill>
                <a:latin typeface="Aptos"/>
                <a:ea typeface="Aptos"/>
                <a:cs typeface="Aptos"/>
              </a:rPr>
              <a:t>CH V3 tetap memiliki WDT dan kembali memakai papan memanjang dengan holder baterai.</a:t>
            </a:r>
          </a:p>
        </p:txBody>
      </p:sp>
    </p:spTree>
    <p:extLst>
      <p:ext uri="{BB962C8B-B14F-4D97-AF65-F5344CB8AC3E}">
        <p14:creationId xmlns:p14="http://schemas.microsoft.com/office/powerpoint/2010/main" val="184926601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2026-10-02T05:46:54.7650000Z</dcterms:created>
  <dcterms:modified xsi:type="dcterms:W3CDTF">2026-10-02T05:46:54.7650000Z</dcterms:modified>
</coreProperties>
</file>